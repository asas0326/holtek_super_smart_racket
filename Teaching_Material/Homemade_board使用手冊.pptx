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22"/>
  </p:notesMasterIdLst>
  <p:sldIdLst>
    <p:sldId id="569" r:id="rId5"/>
    <p:sldId id="987" r:id="rId6"/>
    <p:sldId id="988" r:id="rId7"/>
    <p:sldId id="542" r:id="rId8"/>
    <p:sldId id="611" r:id="rId9"/>
    <p:sldId id="984" r:id="rId10"/>
    <p:sldId id="985" r:id="rId11"/>
    <p:sldId id="830" r:id="rId12"/>
    <p:sldId id="977" r:id="rId13"/>
    <p:sldId id="976" r:id="rId14"/>
    <p:sldId id="978" r:id="rId15"/>
    <p:sldId id="979" r:id="rId16"/>
    <p:sldId id="980" r:id="rId17"/>
    <p:sldId id="982" r:id="rId18"/>
    <p:sldId id="981" r:id="rId19"/>
    <p:sldId id="983" r:id="rId20"/>
    <p:sldId id="986" r:id="rId21"/>
  </p:sldIdLst>
  <p:sldSz cx="18288000" cy="10287000"/>
  <p:notesSz cx="6858000" cy="9144000"/>
  <p:embeddedFontLst>
    <p:embeddedFont>
      <p:font typeface="Noto Sans T Chinese" panose="02020500000000000000" charset="-120"/>
      <p:regular r:id="rId23"/>
    </p:embeddedFont>
    <p:embeddedFont>
      <p:font typeface="Noto Sans T Chinese Bold" panose="02020500000000000000" charset="-120"/>
      <p:regular r:id="rId24"/>
      <p:bold r:id="rId25"/>
    </p:embeddedFont>
    <p:embeddedFont>
      <p:font typeface="微軟正黑體" panose="020B0604030504040204" pitchFamily="34" charset="-12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14" autoAdjust="0"/>
  </p:normalViewPr>
  <p:slideViewPr>
    <p:cSldViewPr>
      <p:cViewPr varScale="1">
        <p:scale>
          <a:sx n="70" d="100"/>
          <a:sy n="70" d="100"/>
        </p:scale>
        <p:origin x="810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ASAS0326/ble_Super_Smart_Racket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盛群</a:t>
            </a:r>
            <a:br>
              <a:rPr lang="en-US" altLang="zh-TW" dirty="0"/>
            </a:br>
            <a:r>
              <a:rPr lang="en-US" altLang="zh-TW" dirty="0"/>
              <a:t>				</a:t>
            </a:r>
            <a:r>
              <a:rPr lang="zh-TW" altLang="en-US" dirty="0"/>
              <a:t>   智慧球拍</a:t>
            </a:r>
            <a:r>
              <a:rPr lang="en-US" altLang="zh-TW" dirty="0"/>
              <a:t>	</a:t>
            </a:r>
            <a:r>
              <a:rPr lang="zh-TW" altLang="en-US" dirty="0"/>
              <a:t>使用辦法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03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7B52-AF8C-7DE6-95FE-CB972A05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89DA5-2538-7AF7-8D0D-FB9330848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5CC503B-5BD6-D64A-9906-D3B804FD6773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071F1-D337-BEDC-2DB3-FDB6D7D4F1B6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球拍狀態顯示燈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16945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593E-8EE2-6235-0CA2-08E2C96D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055CDEC-913B-9CFC-19E2-EFD97606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球拍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狀態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0187C-1CB0-14C7-EE4A-E35E8661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CB220B-DE4A-111C-FB6A-72D6D07DB550}"/>
              </a:ext>
            </a:extLst>
          </p:cNvPr>
          <p:cNvSpPr txBox="1"/>
          <p:nvPr/>
        </p:nvSpPr>
        <p:spPr>
          <a:xfrm>
            <a:off x="1981200" y="3866227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紅燈：充電時會亮起，當充滿時會熄滅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黃燈：亮起開機，熄滅關機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473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236968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手機軟體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Github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u="sng" dirty="0">
                <a:cs typeface="Noto Sans T Chinese"/>
                <a:sym typeface="Noto Sans T Chinese"/>
                <a:hlinkClick r:id="rId2"/>
              </a:rPr>
              <a:t>https://github.com/ASAS0326/ble_Super_Smart_Racket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，掃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QR code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至雲端硬碟下載 手機程式</a:t>
            </a:r>
            <a:r>
              <a:rPr lang="zh-TW" altLang="zh-TW" dirty="0"/>
              <a:t>目前僅支援 Android 手機</a:t>
            </a:r>
            <a:r>
              <a:rPr lang="zh-TW" altLang="en-US" dirty="0"/>
              <a:t>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09C14F-E07F-4E8D-A7C1-EDDDE6D30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93" y="2273837"/>
            <a:ext cx="7506414" cy="573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9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E9BF-B8BF-9C98-40B2-C1700099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A0A43B5-B188-6326-8B3E-87D13984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球拍開機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D7B719-1455-F210-DC39-68074317C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CFDDB-8ED1-D033-04DF-D31929492C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zh-TW" dirty="0"/>
              <a:t>黃燈亮起＝球拍已開機，可進行藍牙連線。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6FF5B8-EAD0-16D0-6563-A526C716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430339"/>
            <a:ext cx="5381625" cy="7175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9A382EA-3ECA-8452-B5D0-E13BEF2FE687}"/>
              </a:ext>
            </a:extLst>
          </p:cNvPr>
          <p:cNvSpPr/>
          <p:nvPr/>
        </p:nvSpPr>
        <p:spPr>
          <a:xfrm>
            <a:off x="8991600" y="4767049"/>
            <a:ext cx="685800" cy="403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85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83C3-E532-6C65-9947-C3576D69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FDB1E38-5342-BD8F-F0F5-D8229B6E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228" y="1909311"/>
            <a:ext cx="11593543" cy="6468378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737A39E-27CB-7996-4D78-AB366656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球拍開機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F5BEC9-6866-F1BC-8576-8CEFF3C61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BB5B86-71F8-C5B5-C486-43BBEAA64E3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若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不屬於開機態請</a:t>
            </a:r>
            <a:r>
              <a:rPr lang="zh-TW" altLang="zh-TW" dirty="0"/>
              <a:t>長按約 2 秒後放開按鍵，確認黃燈亮起。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614133-7619-809F-3836-3AECDA02CC73}"/>
              </a:ext>
            </a:extLst>
          </p:cNvPr>
          <p:cNvSpPr/>
          <p:nvPr/>
        </p:nvSpPr>
        <p:spPr>
          <a:xfrm>
            <a:off x="9601200" y="4152900"/>
            <a:ext cx="9906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46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379518" y="1577934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球拍運行流程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08388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</a:t>
            </a:r>
            <a:r>
              <a:rPr lang="zh-TW" altLang="zh-TW" dirty="0"/>
              <a:t>藍牙</a:t>
            </a:r>
            <a:r>
              <a:rPr lang="zh-TW" altLang="en-US" dirty="0"/>
              <a:t>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點擊搜尋，設備</a:t>
            </a:r>
            <a:r>
              <a:rPr lang="zh-TW" altLang="zh-TW" dirty="0"/>
              <a:t>搜尋到 Super_Smart_Racket 後，點選該裝置。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020762"/>
            <a:ext cx="3540077" cy="736204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7265296" y="4093918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</a:t>
            </a:r>
            <a:r>
              <a:rPr lang="zh-TW" altLang="zh-TW" dirty="0"/>
              <a:t>若連線失敗，請確認球拍黃燈為亮起狀態，再重新搜尋並連線。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501888"/>
            <a:ext cx="3216330" cy="66887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點擊右上角開始按鈕，啟動 AI 揮球姿勢辨識。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揮動球拍後，畫面會即時顯示辨識到的揮拍姿勢與辨識結果。</a:t>
            </a:r>
            <a:r>
              <a:rPr lang="zh-TW" altLang="en-US" dirty="0"/>
              <a:t> 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DF8B-CC6A-D5B1-F4D3-3EDF1B58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73D9464-A8BB-8CCC-63BE-D6CCE212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球拍關機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053095-905E-768C-2774-0B2AA8685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E74CCFD-B4A2-71F9-3B8C-F99406388A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CEAA9B-B278-2408-3812-C2C11C59D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228" y="1909311"/>
            <a:ext cx="11593543" cy="6468378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1ED0C32-94DE-B9B7-96D1-B4C97E47FB9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請長按此開關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秒直到黃燈熄滅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25EC83-757A-9A6D-2C6E-A30AD8FB6EC9}"/>
              </a:ext>
            </a:extLst>
          </p:cNvPr>
          <p:cNvSpPr/>
          <p:nvPr/>
        </p:nvSpPr>
        <p:spPr>
          <a:xfrm>
            <a:off x="9601200" y="4152900"/>
            <a:ext cx="9906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747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28592</TotalTime>
  <Words>291</Words>
  <Application>Microsoft Office PowerPoint</Application>
  <PresentationFormat>自訂</PresentationFormat>
  <Paragraphs>50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17</vt:i4>
      </vt:variant>
    </vt:vector>
  </HeadingPairs>
  <TitlesOfParts>
    <vt:vector size="28" baseType="lpstr">
      <vt:lpstr>微軟正黑體</vt:lpstr>
      <vt:lpstr>Calibri</vt:lpstr>
      <vt:lpstr>Wingdings</vt:lpstr>
      <vt:lpstr>Noto Sans T Chinese</vt:lpstr>
      <vt:lpstr>Times New Roman</vt:lpstr>
      <vt:lpstr>Arial</vt:lpstr>
      <vt:lpstr>Noto Sans T Chinese Bold</vt:lpstr>
      <vt:lpstr>3_自訂設計</vt:lpstr>
      <vt:lpstr>1_自訂設計</vt:lpstr>
      <vt:lpstr>2_自訂設計</vt:lpstr>
      <vt:lpstr>自訂設計</vt:lpstr>
      <vt:lpstr>盛群        智慧球拍 使用辦法</vt:lpstr>
      <vt:lpstr>PowerPoint 簡報</vt:lpstr>
      <vt:lpstr>球拍狀態</vt:lpstr>
      <vt:lpstr>PowerPoint 簡報</vt:lpstr>
      <vt:lpstr>手機軟體 事前準備</vt:lpstr>
      <vt:lpstr>球拍開機 事前準備</vt:lpstr>
      <vt:lpstr>球拍開機 事前準備</vt:lpstr>
      <vt:lpstr>PowerPoint 簡報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球拍關機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俊彥 吳</cp:lastModifiedBy>
  <cp:revision>2852</cp:revision>
  <dcterms:created xsi:type="dcterms:W3CDTF">2006-08-16T00:00:00Z</dcterms:created>
  <dcterms:modified xsi:type="dcterms:W3CDTF">2026-09-16T13:01:38Z</dcterms:modified>
  <dc:identifier>DAGJx7JasHY</dc:identifier>
</cp:coreProperties>
</file>