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100"/>
  </p:notesMasterIdLst>
  <p:sldIdLst>
    <p:sldId id="569" r:id="rId5"/>
    <p:sldId id="570" r:id="rId6"/>
    <p:sldId id="571" r:id="rId7"/>
    <p:sldId id="542" r:id="rId8"/>
    <p:sldId id="611" r:id="rId9"/>
    <p:sldId id="668" r:id="rId10"/>
    <p:sldId id="601" r:id="rId11"/>
    <p:sldId id="610" r:id="rId12"/>
    <p:sldId id="609" r:id="rId13"/>
    <p:sldId id="608" r:id="rId14"/>
    <p:sldId id="669" r:id="rId15"/>
    <p:sldId id="830" r:id="rId16"/>
    <p:sldId id="816" r:id="rId17"/>
    <p:sldId id="810" r:id="rId18"/>
    <p:sldId id="869" r:id="rId19"/>
    <p:sldId id="870" r:id="rId20"/>
    <p:sldId id="862" r:id="rId21"/>
    <p:sldId id="624" r:id="rId22"/>
    <p:sldId id="625" r:id="rId23"/>
    <p:sldId id="868" r:id="rId24"/>
    <p:sldId id="873" r:id="rId25"/>
    <p:sldId id="629" r:id="rId26"/>
    <p:sldId id="630" r:id="rId27"/>
    <p:sldId id="631" r:id="rId28"/>
    <p:sldId id="632" r:id="rId29"/>
    <p:sldId id="874" r:id="rId30"/>
    <p:sldId id="633" r:id="rId31"/>
    <p:sldId id="634" r:id="rId32"/>
    <p:sldId id="872" r:id="rId33"/>
    <p:sldId id="635" r:id="rId34"/>
    <p:sldId id="871" r:id="rId35"/>
    <p:sldId id="636" r:id="rId36"/>
    <p:sldId id="637" r:id="rId37"/>
    <p:sldId id="867" r:id="rId38"/>
    <p:sldId id="639" r:id="rId39"/>
    <p:sldId id="640" r:id="rId40"/>
    <p:sldId id="883" r:id="rId41"/>
    <p:sldId id="884" r:id="rId42"/>
    <p:sldId id="885" r:id="rId43"/>
    <p:sldId id="643" r:id="rId44"/>
    <p:sldId id="667" r:id="rId45"/>
    <p:sldId id="644" r:id="rId46"/>
    <p:sldId id="645" r:id="rId47"/>
    <p:sldId id="646" r:id="rId48"/>
    <p:sldId id="647" r:id="rId49"/>
    <p:sldId id="886" r:id="rId50"/>
    <p:sldId id="888" r:id="rId51"/>
    <p:sldId id="889" r:id="rId52"/>
    <p:sldId id="891" r:id="rId53"/>
    <p:sldId id="890" r:id="rId54"/>
    <p:sldId id="892" r:id="rId55"/>
    <p:sldId id="895" r:id="rId56"/>
    <p:sldId id="893" r:id="rId57"/>
    <p:sldId id="897" r:id="rId58"/>
    <p:sldId id="896" r:id="rId59"/>
    <p:sldId id="936" r:id="rId60"/>
    <p:sldId id="925" r:id="rId61"/>
    <p:sldId id="926" r:id="rId62"/>
    <p:sldId id="927" r:id="rId63"/>
    <p:sldId id="937" r:id="rId64"/>
    <p:sldId id="938" r:id="rId65"/>
    <p:sldId id="939" r:id="rId66"/>
    <p:sldId id="940" r:id="rId67"/>
    <p:sldId id="941" r:id="rId68"/>
    <p:sldId id="942" r:id="rId69"/>
    <p:sldId id="943" r:id="rId70"/>
    <p:sldId id="944" r:id="rId71"/>
    <p:sldId id="945" r:id="rId72"/>
    <p:sldId id="946" r:id="rId73"/>
    <p:sldId id="947" r:id="rId74"/>
    <p:sldId id="952" r:id="rId75"/>
    <p:sldId id="953" r:id="rId76"/>
    <p:sldId id="954" r:id="rId77"/>
    <p:sldId id="955" r:id="rId78"/>
    <p:sldId id="948" r:id="rId79"/>
    <p:sldId id="951" r:id="rId80"/>
    <p:sldId id="962" r:id="rId81"/>
    <p:sldId id="960" r:id="rId82"/>
    <p:sldId id="961" r:id="rId83"/>
    <p:sldId id="956" r:id="rId84"/>
    <p:sldId id="957" r:id="rId85"/>
    <p:sldId id="958" r:id="rId86"/>
    <p:sldId id="959" r:id="rId87"/>
    <p:sldId id="971" r:id="rId88"/>
    <p:sldId id="972" r:id="rId89"/>
    <p:sldId id="973" r:id="rId90"/>
    <p:sldId id="974" r:id="rId91"/>
    <p:sldId id="963" r:id="rId92"/>
    <p:sldId id="964" r:id="rId93"/>
    <p:sldId id="975" r:id="rId94"/>
    <p:sldId id="875" r:id="rId95"/>
    <p:sldId id="968" r:id="rId96"/>
    <p:sldId id="969" r:id="rId97"/>
    <p:sldId id="967" r:id="rId98"/>
    <p:sldId id="970" r:id="rId99"/>
  </p:sldIdLst>
  <p:sldSz cx="18288000" cy="10287000"/>
  <p:notesSz cx="6858000" cy="9144000"/>
  <p:embeddedFontLst>
    <p:embeddedFont>
      <p:font typeface="Noto Sans T Chinese" panose="02020500000000000000" charset="-120"/>
      <p:regular r:id="rId101"/>
    </p:embeddedFont>
    <p:embeddedFont>
      <p:font typeface="Noto Sans T Chinese Bold" panose="02020500000000000000" charset="-120"/>
      <p:regular r:id="rId102"/>
      <p:bold r:id="rId103"/>
    </p:embeddedFont>
    <p:embeddedFont>
      <p:font typeface="標楷體" panose="03000509000000000000" pitchFamily="65" charset="-120"/>
      <p:regular r:id="rId104"/>
    </p:embeddedFont>
    <p:embeddedFont>
      <p:font typeface="微軟正黑體" panose="020B0604030504040204" pitchFamily="34" charset="-120"/>
      <p:regular r:id="rId105"/>
      <p:bold r:id="rId10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F0D9AF7-E2E0-4E2A-B8B4-3FB8F03633BA}">
          <p14:sldIdLst>
            <p14:sldId id="569"/>
            <p14:sldId id="570"/>
            <p14:sldId id="571"/>
            <p14:sldId id="542"/>
            <p14:sldId id="611"/>
            <p14:sldId id="668"/>
            <p14:sldId id="601"/>
            <p14:sldId id="610"/>
            <p14:sldId id="609"/>
            <p14:sldId id="608"/>
            <p14:sldId id="669"/>
            <p14:sldId id="830"/>
            <p14:sldId id="816"/>
            <p14:sldId id="810"/>
          </p14:sldIdLst>
        </p14:section>
        <p14:section name="Data Collection" id="{1C1340C4-5FEA-412A-886C-705A971094D5}">
          <p14:sldIdLst>
            <p14:sldId id="869"/>
          </p14:sldIdLst>
        </p14:section>
        <p14:section name="Start  Recognition MP Core" id="{9299865D-4354-484D-99DA-EAFA8ED83148}">
          <p14:sldIdLst>
            <p14:sldId id="870"/>
            <p14:sldId id="862"/>
            <p14:sldId id="624"/>
            <p14:sldId id="625"/>
            <p14:sldId id="868"/>
            <p14:sldId id="873"/>
            <p14:sldId id="629"/>
            <p14:sldId id="630"/>
            <p14:sldId id="631"/>
            <p14:sldId id="632"/>
            <p14:sldId id="874"/>
            <p14:sldId id="633"/>
            <p14:sldId id="634"/>
            <p14:sldId id="872"/>
            <p14:sldId id="635"/>
            <p14:sldId id="871"/>
            <p14:sldId id="636"/>
            <p14:sldId id="637"/>
            <p14:sldId id="867"/>
            <p14:sldId id="639"/>
            <p14:sldId id="640"/>
            <p14:sldId id="883"/>
            <p14:sldId id="884"/>
            <p14:sldId id="885"/>
            <p14:sldId id="643"/>
            <p14:sldId id="667"/>
            <p14:sldId id="644"/>
            <p14:sldId id="645"/>
            <p14:sldId id="646"/>
            <p14:sldId id="647"/>
            <p14:sldId id="886"/>
            <p14:sldId id="888"/>
            <p14:sldId id="889"/>
            <p14:sldId id="891"/>
            <p14:sldId id="890"/>
            <p14:sldId id="892"/>
            <p14:sldId id="895"/>
            <p14:sldId id="893"/>
            <p14:sldId id="897"/>
            <p14:sldId id="896"/>
            <p14:sldId id="936"/>
            <p14:sldId id="925"/>
            <p14:sldId id="926"/>
            <p14:sldId id="927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946"/>
            <p14:sldId id="947"/>
            <p14:sldId id="952"/>
            <p14:sldId id="953"/>
            <p14:sldId id="954"/>
            <p14:sldId id="955"/>
          </p14:sldIdLst>
        </p14:section>
        <p14:section name="Start  Recognition CP Core" id="{B275C543-DD83-4310-BD97-9F1A548C9695}">
          <p14:sldIdLst>
            <p14:sldId id="948"/>
            <p14:sldId id="951"/>
            <p14:sldId id="962"/>
            <p14:sldId id="960"/>
            <p14:sldId id="961"/>
            <p14:sldId id="956"/>
            <p14:sldId id="957"/>
            <p14:sldId id="958"/>
            <p14:sldId id="959"/>
            <p14:sldId id="971"/>
            <p14:sldId id="972"/>
            <p14:sldId id="973"/>
            <p14:sldId id="974"/>
            <p14:sldId id="963"/>
            <p14:sldId id="964"/>
            <p14:sldId id="975"/>
            <p14:sldId id="875"/>
            <p14:sldId id="968"/>
            <p14:sldId id="969"/>
            <p14:sldId id="967"/>
            <p14:sldId id="9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14" autoAdjust="0"/>
  </p:normalViewPr>
  <p:slideViewPr>
    <p:cSldViewPr>
      <p:cViewPr>
        <p:scale>
          <a:sx n="60" d="100"/>
          <a:sy n="60" d="100"/>
        </p:scale>
        <p:origin x="1410" y="40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microsoft.com/office/2018/10/relationships/authors" Target="authors.xml"/><Relationship Id="rId16" Type="http://schemas.openxmlformats.org/officeDocument/2006/relationships/slide" Target="slides/slide12.xml"/><Relationship Id="rId107" Type="http://schemas.openxmlformats.org/officeDocument/2006/relationships/commentAuthors" Target="commentAuthor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font" Target="fonts/font2.fntdata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font" Target="fonts/font3.fntdata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font" Target="fonts/font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notesMaster" Target="notesMasters/notesMaster1.xml"/><Relationship Id="rId105" Type="http://schemas.openxmlformats.org/officeDocument/2006/relationships/font" Target="fonts/font5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286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8019-33C8-54C8-C20E-66E5D07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E9A59-FE5E-D9F2-83B4-7762A6306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5701B7-3E1C-D34F-FE32-9C8FC4C23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1D2C1-0150-7D9D-E58B-141260B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13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2026/9/10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eveloper.arm.com/downloads/-/arm-gnu-toolchain-downloads" TargetMode="Externa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keil.arm.com/packs/cmsis-arm/versions/" TargetMode="Externa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www.keil.arm.com/packs/cmsis-dsp-arm/versions/" TargetMode="Externa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keil.arm.com/packs/cmsis-nn-arm/versions/" TargetMode="Externa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keil.arm.com/packs/ei-sdk-edgeimpulse/versions/" TargetMode="Externa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第</a:t>
            </a:r>
            <a:r>
              <a:rPr lang="en-US" altLang="zh-TW" dirty="0"/>
              <a:t>X</a:t>
            </a:r>
            <a:r>
              <a:rPr lang="zh-TW" altLang="en-US" dirty="0"/>
              <a:t>章</a:t>
            </a:r>
            <a:br>
              <a:rPr lang="en-US" altLang="zh-TW" dirty="0"/>
            </a:br>
            <a:r>
              <a:rPr lang="en-US" altLang="zh-TW" dirty="0"/>
              <a:t>				</a:t>
            </a:r>
            <a:r>
              <a:rPr lang="zh-TW" altLang="en-US" dirty="0"/>
              <a:t> </a:t>
            </a:r>
            <a:r>
              <a:rPr lang="en-US" altLang="zh-TW" dirty="0"/>
              <a:t>					</a:t>
            </a:r>
            <a:r>
              <a:rPr lang="zh-TW" altLang="en-US" dirty="0"/>
              <a:t>  智慧球拍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037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本章基於 </a:t>
            </a:r>
            <a:r>
              <a:rPr lang="en-US" altLang="zh-TW" dirty="0">
                <a:latin typeface="Times New Roman" panose="02020603050405020304" pitchFamily="18" charset="0"/>
              </a:rPr>
              <a:t>HT32F49395 (ESK32-AE401 </a:t>
            </a:r>
            <a:r>
              <a:rPr lang="en-US" altLang="zh-TW" dirty="0" err="1">
                <a:latin typeface="Times New Roman" panose="02020603050405020304" pitchFamily="18" charset="0"/>
              </a:rPr>
              <a:t>TinyML</a:t>
            </a:r>
            <a:r>
              <a:rPr lang="en-US" altLang="zh-TW" dirty="0">
                <a:latin typeface="Times New Roman" panose="02020603050405020304" pitchFamily="18" charset="0"/>
              </a:rPr>
              <a:t> Board)</a:t>
            </a:r>
            <a:r>
              <a:rPr lang="zh-TW" altLang="en-US" dirty="0">
                <a:latin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</a:rPr>
              <a:t> Edge Impulse</a:t>
            </a:r>
            <a:r>
              <a:rPr lang="zh-TW" altLang="en-US" dirty="0">
                <a:latin typeface="Times New Roman" panose="02020603050405020304" pitchFamily="18" charset="0"/>
              </a:rPr>
              <a:t> 平台，實現手勢辨識功能。系統整合</a:t>
            </a:r>
            <a:r>
              <a:rPr lang="en-US" altLang="zh-TW" dirty="0">
                <a:latin typeface="Times New Roman" panose="02020603050405020304" pitchFamily="18" charset="0"/>
              </a:rPr>
              <a:t> HIMAX HM01B0 </a:t>
            </a:r>
            <a:r>
              <a:rPr lang="zh-TW" altLang="en-US" dirty="0">
                <a:latin typeface="Times New Roman" panose="02020603050405020304" pitchFamily="18" charset="0"/>
              </a:rPr>
              <a:t>鏡頭，透過 </a:t>
            </a:r>
            <a:r>
              <a:rPr lang="en-US" altLang="zh-TW" dirty="0">
                <a:latin typeface="Times New Roman" panose="02020603050405020304" pitchFamily="18" charset="0"/>
              </a:rPr>
              <a:t>TMR +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DMA</a:t>
            </a:r>
            <a:r>
              <a:rPr lang="zh-TW" altLang="en-US" dirty="0">
                <a:latin typeface="Times New Roman" panose="02020603050405020304" pitchFamily="18" charset="0"/>
              </a:rPr>
              <a:t> 擷取影像資料，並使用 </a:t>
            </a:r>
            <a:r>
              <a:rPr lang="en-US" altLang="zh-TW" dirty="0">
                <a:latin typeface="Times New Roman" panose="02020603050405020304" pitchFamily="18" charset="0"/>
              </a:rPr>
              <a:t>Python</a:t>
            </a:r>
            <a:r>
              <a:rPr lang="zh-TW" altLang="en-US" dirty="0">
                <a:latin typeface="Times New Roman" panose="02020603050405020304" pitchFamily="18" charset="0"/>
              </a:rPr>
              <a:t> 程式拍攝資料集，再匯入 </a:t>
            </a:r>
            <a:r>
              <a:rPr lang="en-US" altLang="zh-TW" dirty="0">
                <a:latin typeface="Times New Roman" panose="02020603050405020304" pitchFamily="18" charset="0"/>
              </a:rPr>
              <a:t>Edge Impulse</a:t>
            </a:r>
            <a:r>
              <a:rPr lang="zh-TW" altLang="en-US" dirty="0">
                <a:latin typeface="Times New Roman" panose="02020603050405020304" pitchFamily="18" charset="0"/>
              </a:rPr>
              <a:t> 標記出不同手勢類別後，進行</a:t>
            </a:r>
            <a:r>
              <a:rPr lang="en-US" altLang="zh-TW" dirty="0">
                <a:latin typeface="Times New Roman" panose="02020603050405020304" pitchFamily="18" charset="0"/>
              </a:rPr>
              <a:t> Transfer Learning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</a:rPr>
              <a:t> V1)</a:t>
            </a:r>
            <a:r>
              <a:rPr lang="zh-TW" altLang="en-US" dirty="0">
                <a:latin typeface="Times New Roman" panose="02020603050405020304" pitchFamily="18" charset="0"/>
              </a:rPr>
              <a:t> 提取特徵與訓練模型。完成後，將模型轉換為 </a:t>
            </a:r>
            <a:r>
              <a:rPr lang="en-US" altLang="zh-TW" dirty="0">
                <a:latin typeface="Times New Roman" panose="02020603050405020304" pitchFamily="18" charset="0"/>
              </a:rPr>
              <a:t>CMSIS-Pack</a:t>
            </a:r>
            <a:r>
              <a:rPr lang="zh-TW" altLang="en-US" dirty="0">
                <a:latin typeface="Times New Roman" panose="02020603050405020304" pitchFamily="18" charset="0"/>
              </a:rPr>
              <a:t>，並透過 </a:t>
            </a:r>
            <a:r>
              <a:rPr lang="en-US" altLang="zh-TW" dirty="0">
                <a:latin typeface="Times New Roman" panose="02020603050405020304" pitchFamily="18" charset="0"/>
              </a:rPr>
              <a:t>Keil C</a:t>
            </a:r>
            <a:r>
              <a:rPr lang="zh-TW" altLang="en-US" dirty="0">
                <a:latin typeface="Times New Roman" panose="02020603050405020304" pitchFamily="18" charset="0"/>
              </a:rPr>
              <a:t> 撰寫推論程式碼，最終部署至開發板，達成即時手勢辨識。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236968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259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ea typeface="Times New Roman"/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ea typeface="Times New Roman"/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Times New Roman"/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程式碼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08388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44F37D-5A7C-1D7E-8E1A-7CAA5EAE00D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本章節需撰寫以下兩種功能之程式碼：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</a:rPr>
              <a:t>Data Collection</a:t>
            </a: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sz="3200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</a:rPr>
              <a:t>Start  Recognition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lvl="1" indent="0" algn="l">
              <a:buNone/>
            </a:pP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2406C-20FA-AC09-C4E1-BB438A23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2AF842-73EE-87D2-9B57-69AB1E07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17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781D-168F-E114-661D-05EF9CC9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54FA1D-A1A3-45D3-E693-54C06034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28E87-92DC-0662-101C-FA382FFD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B2223BB-D7CA-AB51-4C15-3E43C638326B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完整內容已上傳 </a:t>
            </a:r>
            <a:r>
              <a:rPr lang="en-US" altLang="zh-TW" dirty="0" err="1"/>
              <a:t>Github</a:t>
            </a:r>
            <a:r>
              <a:rPr lang="zh-TW" altLang="en-US" dirty="0"/>
              <a:t>，包含完整程式碼、模型 </a:t>
            </a:r>
            <a:r>
              <a:rPr lang="en-US" altLang="zh-TW" dirty="0"/>
              <a:t>package</a:t>
            </a:r>
            <a:r>
              <a:rPr lang="zh-TW" altLang="en-US" dirty="0"/>
              <a:t>、新增的程式請先下載：</a:t>
            </a:r>
            <a:endParaRPr lang="en-US" altLang="zh-TW" dirty="0"/>
          </a:p>
          <a:p>
            <a:pPr algn="l"/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20810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5B4BD-35D7-5477-9891-5F2F2E7BF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2B97D-3ED0-FE29-E581-A42FF3BF0CC9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62B64FB-3AFC-CF3F-FAC8-63EB2352B43A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Collection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97219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878E-8C60-9E2E-BEEE-41E4C6F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F09FA-DDCB-27E5-4A32-A1C77984A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756A8E1-25C6-6B6D-470C-8384D3600FF8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90C72B1-4F48-89EF-BDC6-12BAC6730EBB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746826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4ECEF9E-EF27-4E84-769E-2F9785EE2FD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在使用</a:t>
            </a:r>
            <a:r>
              <a:rPr lang="en-US" altLang="zh-TW" dirty="0">
                <a:latin typeface="Times New Roman" panose="02020603050405020304" pitchFamily="18" charset="0"/>
              </a:rPr>
              <a:t>Keil</a:t>
            </a:r>
            <a:r>
              <a:rPr lang="zh-TW" altLang="en-US" dirty="0">
                <a:latin typeface="Times New Roman" panose="02020603050405020304" pitchFamily="18" charset="0"/>
              </a:rPr>
              <a:t>編譯含有模型的程式時，因為</a:t>
            </a:r>
            <a:r>
              <a:rPr lang="en-US" altLang="zh-TW" dirty="0">
                <a:latin typeface="Times New Roman" panose="02020603050405020304" pitchFamily="18" charset="0"/>
              </a:rPr>
              <a:t>Keil MDK Lite </a:t>
            </a:r>
            <a:r>
              <a:rPr lang="zh-TW" altLang="en-US" dirty="0">
                <a:latin typeface="Times New Roman" panose="02020603050405020304" pitchFamily="18" charset="0"/>
              </a:rPr>
              <a:t>版有著程式編譯大小限制，所以在編譯時會出現</a:t>
            </a:r>
            <a:r>
              <a:rPr lang="en-US" altLang="zh-TW" dirty="0">
                <a:latin typeface="Times New Roman" panose="02020603050405020304" pitchFamily="18" charset="0"/>
              </a:rPr>
              <a:t>error</a:t>
            </a:r>
            <a:r>
              <a:rPr lang="zh-TW" altLang="en-US" dirty="0">
                <a:latin typeface="Times New Roman" panose="02020603050405020304" pitchFamily="18" charset="0"/>
              </a:rPr>
              <a:t>，解決辦法是把編譯器改成使用</a:t>
            </a:r>
            <a:r>
              <a:rPr lang="en-US" altLang="zh-TW" dirty="0">
                <a:latin typeface="Times New Roman" panose="02020603050405020304" pitchFamily="18" charset="0"/>
              </a:rPr>
              <a:t>GNU</a:t>
            </a:r>
            <a:r>
              <a:rPr lang="zh-TW" altLang="en-US" dirty="0">
                <a:latin typeface="Times New Roman" panose="02020603050405020304" pitchFamily="18" charset="0"/>
              </a:rPr>
              <a:t>來編譯就不會有程式大小限制了，以下是更改編譯器步驟。</a:t>
            </a: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E76964-2F52-54BA-6411-2CE3E506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/>
              <a:t>Keil </a:t>
            </a:r>
            <a:r>
              <a:rPr lang="zh-TW" altLang="en-US" dirty="0"/>
              <a:t>編譯器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C74F4F-35BE-1AAE-9E17-637FD5E7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792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995A36-AACA-E146-05E2-CB2A563C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022D25-6418-F154-86B1-8988E4A2F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</a:t>
            </a:fld>
            <a:endParaRPr kumimoji="1"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C416A9A7-A09B-2424-8087-BA67AC5D62AD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修改編譯器首先到</a:t>
            </a:r>
            <a:r>
              <a:rPr lang="en-US" altLang="zh-TW" dirty="0"/>
              <a:t>google</a:t>
            </a:r>
            <a:r>
              <a:rPr lang="zh-TW" altLang="en-US" dirty="0"/>
              <a:t>搜尋</a:t>
            </a:r>
            <a:r>
              <a:rPr lang="en-US" altLang="zh-TW" dirty="0"/>
              <a:t>GNU Download</a:t>
            </a:r>
            <a:r>
              <a:rPr lang="zh-TW" altLang="en-US" dirty="0"/>
              <a:t>去下載</a:t>
            </a:r>
            <a:r>
              <a:rPr lang="en-US" altLang="zh-TW" dirty="0"/>
              <a:t>GNU</a:t>
            </a:r>
            <a:r>
              <a:rPr lang="zh-TW" altLang="en-US" dirty="0"/>
              <a:t>，網址如下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https://developer.arm.com/downloads/-/arm-gnu-toolchain-downloads</a:t>
            </a:r>
            <a:r>
              <a:rPr lang="en-US" altLang="zh-TW" dirty="0"/>
              <a:t>)</a:t>
            </a:r>
            <a:r>
              <a:rPr lang="zh-TW" altLang="en-US" dirty="0"/>
              <a:t>下載</a:t>
            </a:r>
            <a:r>
              <a:rPr lang="en-US" altLang="zh-TW" dirty="0"/>
              <a:t>Windows</a:t>
            </a:r>
            <a:r>
              <a:rPr lang="zh-TW" altLang="en-US" dirty="0"/>
              <a:t>版的</a:t>
            </a:r>
            <a:r>
              <a:rPr lang="en-US" altLang="zh-TW" dirty="0"/>
              <a:t>.exe </a:t>
            </a:r>
            <a:r>
              <a:rPr lang="zh-TW" altLang="en-US" dirty="0"/>
              <a:t>安裝檔。</a:t>
            </a:r>
          </a:p>
          <a:p>
            <a:pPr indent="817200"/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35A4421-1545-E88D-9E3B-7656A88A5EEC}"/>
              </a:ext>
            </a:extLst>
          </p:cNvPr>
          <p:cNvGrpSpPr/>
          <p:nvPr/>
        </p:nvGrpSpPr>
        <p:grpSpPr>
          <a:xfrm>
            <a:off x="1257298" y="2832682"/>
            <a:ext cx="15773398" cy="4920087"/>
            <a:chOff x="1257298" y="2832682"/>
            <a:chExt cx="15773398" cy="492008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5FE414-DF1E-D87C-27A6-F4045992EF7C}"/>
                </a:ext>
              </a:extLst>
            </p:cNvPr>
            <p:cNvGrpSpPr/>
            <p:nvPr/>
          </p:nvGrpSpPr>
          <p:grpSpPr>
            <a:xfrm>
              <a:off x="1257298" y="2832682"/>
              <a:ext cx="15773398" cy="4920087"/>
              <a:chOff x="1257298" y="2832682"/>
              <a:chExt cx="15773398" cy="4920087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229ADD-61EB-55E2-CA91-D1263DF669AB}"/>
                  </a:ext>
                </a:extLst>
              </p:cNvPr>
              <p:cNvGrpSpPr/>
              <p:nvPr/>
            </p:nvGrpSpPr>
            <p:grpSpPr>
              <a:xfrm>
                <a:off x="1257298" y="2832682"/>
                <a:ext cx="15773398" cy="4920087"/>
                <a:chOff x="1257296" y="2237113"/>
                <a:chExt cx="15773398" cy="4920087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BED4BE-BD6D-7F81-E567-26C90233BF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51177" r="37394" b="12059"/>
                <a:stretch/>
              </p:blipFill>
              <p:spPr bwMode="auto">
                <a:xfrm>
                  <a:off x="1257296" y="2237113"/>
                  <a:ext cx="15773398" cy="4920087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259E705-9DD9-5C5A-C844-DFD06E256D63}"/>
                    </a:ext>
                  </a:extLst>
                </p:cNvPr>
                <p:cNvSpPr/>
                <p:nvPr/>
              </p:nvSpPr>
              <p:spPr>
                <a:xfrm>
                  <a:off x="2895600" y="5372100"/>
                  <a:ext cx="11430000" cy="6096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E57CAC-8DA1-B9DA-47A7-6CB1AAE0ABAE}"/>
                  </a:ext>
                </a:extLst>
              </p:cNvPr>
              <p:cNvSpPr/>
              <p:nvPr/>
            </p:nvSpPr>
            <p:spPr>
              <a:xfrm>
                <a:off x="1981200" y="3009900"/>
                <a:ext cx="8077200" cy="6096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01655E7A-F458-4855-EAF2-04EB26C75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3147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DCBEE3D-E078-54D3-2926-707726D84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5602" y="62865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93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F1C4B3E-80F7-A877-5370-E88A3FD1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6066D0-ACEA-F8E0-ED38-9587C904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02CD9A0-02D1-CB40-634E-8CB22DD529E2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根據安裝檔安裝 </a:t>
            </a:r>
            <a:r>
              <a:rPr lang="en-US" altLang="zh-TW" dirty="0"/>
              <a:t>GNU</a:t>
            </a:r>
            <a:r>
              <a:rPr lang="zh-TW" altLang="en-US" dirty="0"/>
              <a:t>，安裝路徑如果修改請自己要記得在哪裡，最後會有一個畫面，記得勾選 </a:t>
            </a:r>
            <a:r>
              <a:rPr lang="en-US" altLang="zh-TW" dirty="0">
                <a:solidFill>
                  <a:srgbClr val="FF0000"/>
                </a:solidFill>
              </a:rPr>
              <a:t>Add path to environment variable</a:t>
            </a:r>
            <a:r>
              <a:rPr lang="zh-TW" altLang="en-US" dirty="0"/>
              <a:t>。安裝完後會出現安裝版本資訊及網址，和 </a:t>
            </a:r>
            <a:r>
              <a:rPr lang="en-US" altLang="zh-TW" dirty="0"/>
              <a:t>CMD </a:t>
            </a:r>
            <a:r>
              <a:rPr lang="zh-TW" altLang="en-US" dirty="0"/>
              <a:t>畫面，關掉即可。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3B953B2-BC20-07E6-DFAE-1E0D14746222}"/>
              </a:ext>
            </a:extLst>
          </p:cNvPr>
          <p:cNvGrpSpPr/>
          <p:nvPr/>
        </p:nvGrpSpPr>
        <p:grpSpPr>
          <a:xfrm>
            <a:off x="4819649" y="2022107"/>
            <a:ext cx="8648700" cy="6242786"/>
            <a:chOff x="4819649" y="2022107"/>
            <a:chExt cx="8648700" cy="624278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39BC661-31C0-F5F3-CED9-D506642C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49" y="2022107"/>
              <a:ext cx="8648700" cy="6242786"/>
            </a:xfrm>
            <a:prstGeom prst="rect">
              <a:avLst/>
            </a:prstGeom>
            <a:noFill/>
          </p:spPr>
        </p:pic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C64EA7E0-05EB-99F3-3BF7-486CDD06D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9000" y="5753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0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C88-B2ED-5645-AC0A-A99C868B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D9AC51-D980-E199-9527-E802F775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(1/2)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C51F-4807-BF59-CDED-3E1E2995A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FA0F56B-74CC-1783-1A10-D18B03F7DA98}"/>
              </a:ext>
            </a:extLst>
          </p:cNvPr>
          <p:cNvSpPr txBox="1">
            <a:spLocks/>
          </p:cNvSpPr>
          <p:nvPr/>
        </p:nvSpPr>
        <p:spPr>
          <a:xfrm>
            <a:off x="152400" y="846416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請打開 </a:t>
            </a:r>
            <a:r>
              <a:rPr lang="en-US" altLang="zh-TW" dirty="0"/>
              <a:t>HT32F675x5_FWLib_V1.0.7f_425\projects\ble_examples\ble_peripheral\ht32f675x5_r2\project</a:t>
            </a:r>
          </a:p>
          <a:p>
            <a:r>
              <a:rPr lang="en-US" altLang="zh-TW" dirty="0" err="1">
                <a:solidFill>
                  <a:srgbClr val="FF0000"/>
                </a:solidFill>
              </a:rPr>
              <a:t>ble_peripheral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專案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BC46101-53F0-B54E-5FBA-D6C11910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48" y="2318943"/>
            <a:ext cx="1309870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7A9C-B73A-F0BC-4185-A02731E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D4E176C-781F-2A1B-2AD8-3176096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(2/2)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CF569-990A-F3F5-23DE-201EC8E8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CE7B19A-38FA-6855-7413-A95E9061573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CFD50D-BEE5-7841-B1E4-8B7EEFE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BEA3E3-827E-581D-2513-1EF4C37C391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A4B97C3A-E344-26D3-B9DC-10581E768DD2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EB8D0C-C58F-8BA9-120D-D1039A3AD543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4AD4745-517D-4391-D6CC-92C349E27D9D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8EC0793A-F919-4420-2353-ACABF3D97741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D959579-E355-3969-4BB3-02A7C97A6C2F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80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ACB229C-6E53-8CA2-F72C-9DD748DF46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78" y="2016031"/>
            <a:ext cx="8359638" cy="6248399"/>
          </a:xfrm>
          <a:prstGeom prst="rect">
            <a:avLst/>
          </a:prstGeom>
          <a:noFill/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3F04A03-A2BF-1C0A-C892-BD9F89D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E12A4-1E2E-B5E6-7954-70867DC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1185E-C218-972E-E22F-A2FEC73D1F6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在上方工具列點擊       </a:t>
            </a:r>
            <a:r>
              <a:rPr lang="en-US" altLang="zh-TW" dirty="0"/>
              <a:t>【File Extensions... 】 → </a:t>
            </a:r>
            <a:r>
              <a:rPr lang="zh-TW" altLang="en-US" dirty="0"/>
              <a:t>點擊 </a:t>
            </a:r>
            <a:r>
              <a:rPr lang="en-US" altLang="zh-TW" dirty="0"/>
              <a:t>Folders/Extensions </a:t>
            </a:r>
            <a:r>
              <a:rPr lang="zh-TW" altLang="en-US" dirty="0"/>
              <a:t>來修改編譯器 →勾選 </a:t>
            </a:r>
            <a:r>
              <a:rPr lang="en-US" altLang="zh-TW" dirty="0">
                <a:solidFill>
                  <a:srgbClr val="FF0000"/>
                </a:solidFill>
              </a:rPr>
              <a:t>Use GCC Compiler (GNU) for ARM projects </a:t>
            </a:r>
            <a:r>
              <a:rPr lang="en-US" altLang="zh-TW" dirty="0"/>
              <a:t>→ </a:t>
            </a:r>
            <a:r>
              <a:rPr lang="zh-TW" altLang="en-US" dirty="0"/>
              <a:t>再選擇修改 </a:t>
            </a:r>
            <a:r>
              <a:rPr lang="en-US" altLang="zh-TW" dirty="0"/>
              <a:t>GNU </a:t>
            </a:r>
            <a:r>
              <a:rPr lang="zh-TW" altLang="en-US" dirty="0"/>
              <a:t>路徑。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B488C3-097D-E469-8B69-00ED077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8397125"/>
            <a:ext cx="685800" cy="714615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58A3EA52-DA1E-BBA0-7866-1F7E249FAB08}"/>
              </a:ext>
            </a:extLst>
          </p:cNvPr>
          <p:cNvSpPr/>
          <p:nvPr/>
        </p:nvSpPr>
        <p:spPr>
          <a:xfrm>
            <a:off x="8167687" y="223595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5E377C0-78E8-5E17-0987-32126EE2637D}"/>
              </a:ext>
            </a:extLst>
          </p:cNvPr>
          <p:cNvSpPr/>
          <p:nvPr/>
        </p:nvSpPr>
        <p:spPr>
          <a:xfrm>
            <a:off x="9156438" y="651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2D4845DD-650E-16FE-F58C-8D9171606C3F}"/>
              </a:ext>
            </a:extLst>
          </p:cNvPr>
          <p:cNvSpPr/>
          <p:nvPr/>
        </p:nvSpPr>
        <p:spPr>
          <a:xfrm>
            <a:off x="12357028" y="55483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51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BDC62B-290E-B814-D3CE-09E71452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90" y="2005282"/>
            <a:ext cx="11426019" cy="627643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059175D2-E21F-24E1-8707-D177E8BC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ACCC472-62F7-AB61-47E5-40BD11B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EA5FC-BBC9-BEFA-767E-ABBFEA0C6E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選擇你的 </a:t>
            </a:r>
            <a:r>
              <a:rPr lang="en-US" altLang="zh-TW" dirty="0"/>
              <a:t>GNU </a:t>
            </a:r>
            <a:r>
              <a:rPr lang="zh-TW" altLang="en-US" dirty="0"/>
              <a:t>下載位置，到 </a:t>
            </a:r>
            <a:r>
              <a:rPr lang="en-US" altLang="zh-TW" dirty="0"/>
              <a:t>14.2 rel1 </a:t>
            </a:r>
            <a:r>
              <a:rPr lang="zh-TW" altLang="en-US" dirty="0"/>
              <a:t>就行，預設完整路徑如下：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C:\Program Files (x86)\Arm GNU Toolchain arm-none-</a:t>
            </a:r>
            <a:r>
              <a:rPr lang="en-US" altLang="zh-TW" dirty="0" err="1">
                <a:solidFill>
                  <a:srgbClr val="FF0000"/>
                </a:solidFill>
              </a:rPr>
              <a:t>eabi</a:t>
            </a:r>
            <a:r>
              <a:rPr lang="en-US" altLang="zh-TW" dirty="0">
                <a:solidFill>
                  <a:srgbClr val="FF0000"/>
                </a:solidFill>
              </a:rPr>
              <a:t>\14.2 rel1\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AF6FB-6B9E-C211-94C8-95C212A0BEB7}"/>
              </a:ext>
            </a:extLst>
          </p:cNvPr>
          <p:cNvSpPr/>
          <p:nvPr/>
        </p:nvSpPr>
        <p:spPr>
          <a:xfrm>
            <a:off x="5494020" y="7500601"/>
            <a:ext cx="847636" cy="3860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6174B46-D3A9-F465-8515-9121D4A732FD}"/>
              </a:ext>
            </a:extLst>
          </p:cNvPr>
          <p:cNvCxnSpPr>
            <a:cxnSpLocks/>
            <a:stCxn id="12" idx="2"/>
            <a:endCxn id="7" idx="3"/>
          </p:cNvCxnSpPr>
          <p:nvPr/>
        </p:nvCxnSpPr>
        <p:spPr>
          <a:xfrm flipH="1">
            <a:off x="6341656" y="7693650"/>
            <a:ext cx="939254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185265D0-A173-0E66-C87D-FA9D65C7D7AF}"/>
              </a:ext>
            </a:extLst>
          </p:cNvPr>
          <p:cNvSpPr/>
          <p:nvPr/>
        </p:nvSpPr>
        <p:spPr>
          <a:xfrm>
            <a:off x="7280910" y="723645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8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08BA91-9D1D-080C-69C4-DEAA99ED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13687"/>
            <a:ext cx="8187989" cy="62493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959F2AA-F4D9-3E87-C770-C32A17B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790296-ADC2-FA37-0AC6-72372C74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08942-B8C2-1CCF-DC45-1C2EA55F40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Output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E886A81-4731-08BF-F559-D5D4E7874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2600" y="8496339"/>
            <a:ext cx="574040" cy="56261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0E167B9E-2888-CC83-5651-ABD0F2224E53}"/>
              </a:ext>
            </a:extLst>
          </p:cNvPr>
          <p:cNvGrpSpPr/>
          <p:nvPr/>
        </p:nvGrpSpPr>
        <p:grpSpPr>
          <a:xfrm>
            <a:off x="5264150" y="2123914"/>
            <a:ext cx="4755323" cy="1491776"/>
            <a:chOff x="5264150" y="2123914"/>
            <a:chExt cx="4755323" cy="149177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62BBCC-FD8A-D563-5106-B90551A38EED}"/>
                </a:ext>
              </a:extLst>
            </p:cNvPr>
            <p:cNvSpPr/>
            <p:nvPr/>
          </p:nvSpPr>
          <p:spPr>
            <a:xfrm>
              <a:off x="6257925" y="2428874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D0F9B6D-8282-4F52-4333-DCDF891276C7}"/>
                </a:ext>
              </a:extLst>
            </p:cNvPr>
            <p:cNvCxnSpPr>
              <a:cxnSpLocks/>
              <a:stCxn id="21" idx="2"/>
              <a:endCxn id="16" idx="3"/>
            </p:cNvCxnSpPr>
            <p:nvPr/>
          </p:nvCxnSpPr>
          <p:spPr>
            <a:xfrm flipH="1">
              <a:off x="7010400" y="2581114"/>
              <a:ext cx="836547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7EB7BECD-E704-DFDC-EDB6-A4929092A044}"/>
                </a:ext>
              </a:extLst>
            </p:cNvPr>
            <p:cNvSpPr/>
            <p:nvPr/>
          </p:nvSpPr>
          <p:spPr>
            <a:xfrm>
              <a:off x="7846947" y="212391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205EFD-29DC-7383-A125-0E653BE3131E}"/>
                </a:ext>
              </a:extLst>
            </p:cNvPr>
            <p:cNvSpPr/>
            <p:nvPr/>
          </p:nvSpPr>
          <p:spPr>
            <a:xfrm>
              <a:off x="5264150" y="2987040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1510763F-D32C-4FFE-AEE1-AB885405D12D}"/>
                </a:ext>
              </a:extLst>
            </p:cNvPr>
            <p:cNvCxnSpPr>
              <a:cxnSpLocks/>
              <a:stCxn id="30" idx="2"/>
              <a:endCxn id="25" idx="3"/>
            </p:cNvCxnSpPr>
            <p:nvPr/>
          </p:nvCxnSpPr>
          <p:spPr>
            <a:xfrm flipH="1">
              <a:off x="7467600" y="3158490"/>
              <a:ext cx="1637473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47BF247D-4638-CF8E-1DEF-EBF1A132FD99}"/>
                </a:ext>
              </a:extLst>
            </p:cNvPr>
            <p:cNvSpPr/>
            <p:nvPr/>
          </p:nvSpPr>
          <p:spPr>
            <a:xfrm>
              <a:off x="9105073" y="270129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01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6478336-74A1-BAF7-038F-3F9D1549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95" y="1638300"/>
            <a:ext cx="7449633" cy="638212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338CA75-F0DE-93A2-A989-9468F82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40F995-9561-EB81-72A2-FD1F14AAD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C0F3B-F507-DD9C-FC1A-3C5FFCD8BD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objects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F08212-A3AF-4842-5947-25E0AB9D05A9}"/>
              </a:ext>
            </a:extLst>
          </p:cNvPr>
          <p:cNvGrpSpPr/>
          <p:nvPr/>
        </p:nvGrpSpPr>
        <p:grpSpPr>
          <a:xfrm>
            <a:off x="7162798" y="1770861"/>
            <a:ext cx="3962403" cy="841795"/>
            <a:chOff x="6781797" y="3274802"/>
            <a:chExt cx="3962403" cy="84179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8F39418-5ADE-1486-D313-C645014975ED}"/>
                </a:ext>
              </a:extLst>
            </p:cNvPr>
            <p:cNvGrpSpPr/>
            <p:nvPr/>
          </p:nvGrpSpPr>
          <p:grpSpPr>
            <a:xfrm>
              <a:off x="6781797" y="3487766"/>
              <a:ext cx="3048003" cy="354041"/>
              <a:chOff x="6781797" y="3487766"/>
              <a:chExt cx="3048003" cy="35404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653A28-4CEC-0619-794D-42D385274B69}"/>
                  </a:ext>
                </a:extLst>
              </p:cNvPr>
              <p:cNvSpPr/>
              <p:nvPr/>
            </p:nvSpPr>
            <p:spPr>
              <a:xfrm>
                <a:off x="6781797" y="3487766"/>
                <a:ext cx="2209800" cy="35404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9823E451-98C9-5F42-3752-A74995A473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91597" y="3695700"/>
                <a:ext cx="838203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21F20994-7B11-879C-455D-00A8747BFD1A}"/>
                </a:ext>
              </a:extLst>
            </p:cNvPr>
            <p:cNvSpPr/>
            <p:nvPr/>
          </p:nvSpPr>
          <p:spPr>
            <a:xfrm>
              <a:off x="9829800" y="3274802"/>
              <a:ext cx="914400" cy="841795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02463212-6C02-3FD7-3309-77A64A478818}"/>
              </a:ext>
            </a:extLst>
          </p:cNvPr>
          <p:cNvSpPr/>
          <p:nvPr/>
        </p:nvSpPr>
        <p:spPr>
          <a:xfrm>
            <a:off x="10210801" y="1714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30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4AB-A189-9EA1-77F9-D1515C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96F2DE-E0B6-4013-28F1-084E459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6" y="2358166"/>
            <a:ext cx="7842040" cy="592964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BA9B0A5-0BC1-9529-B0B7-5517E4E7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BA0563-8D58-3790-CB29-A110A930A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0B8807-FA4C-353A-9EF2-62571A57ED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Create HEX File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CFD29A5-C0BF-2B42-5F69-23849FC6BF9C}"/>
              </a:ext>
            </a:extLst>
          </p:cNvPr>
          <p:cNvGrpSpPr/>
          <p:nvPr/>
        </p:nvGrpSpPr>
        <p:grpSpPr>
          <a:xfrm>
            <a:off x="5791200" y="4141404"/>
            <a:ext cx="3505200" cy="1002096"/>
            <a:chOff x="7888150" y="1714501"/>
            <a:chExt cx="3237051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52007C4-797B-EC60-D0B5-D96243E51D77}"/>
                </a:ext>
              </a:extLst>
            </p:cNvPr>
            <p:cNvGrpSpPr/>
            <p:nvPr/>
          </p:nvGrpSpPr>
          <p:grpSpPr>
            <a:xfrm>
              <a:off x="7888150" y="1770861"/>
              <a:ext cx="3237051" cy="841795"/>
              <a:chOff x="7507149" y="3274802"/>
              <a:chExt cx="3237051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13A478-56D0-71A6-2B37-DE3968696241}"/>
                  </a:ext>
                </a:extLst>
              </p:cNvPr>
              <p:cNvGrpSpPr/>
              <p:nvPr/>
            </p:nvGrpSpPr>
            <p:grpSpPr>
              <a:xfrm>
                <a:off x="7507149" y="3573318"/>
                <a:ext cx="2322651" cy="268489"/>
                <a:chOff x="7507149" y="3573318"/>
                <a:chExt cx="2322651" cy="26848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E5F9D4-B57A-8CEB-99AA-7211637A3328}"/>
                    </a:ext>
                  </a:extLst>
                </p:cNvPr>
                <p:cNvSpPr/>
                <p:nvPr/>
              </p:nvSpPr>
              <p:spPr>
                <a:xfrm>
                  <a:off x="7507149" y="3573318"/>
                  <a:ext cx="1484448" cy="268489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5A74A299-814D-D7F4-D6A8-B356AD5E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1597" y="36957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14CC5B98-F63D-8C14-3DD9-FFF49C5B2C0B}"/>
                  </a:ext>
                </a:extLst>
              </p:cNvPr>
              <p:cNvSpPr/>
              <p:nvPr/>
            </p:nvSpPr>
            <p:spPr>
              <a:xfrm>
                <a:off x="9829800" y="32748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09025FE-5744-E6F4-9EB8-00C9A596BCEF}"/>
                </a:ext>
              </a:extLst>
            </p:cNvPr>
            <p:cNvSpPr/>
            <p:nvPr/>
          </p:nvSpPr>
          <p:spPr>
            <a:xfrm>
              <a:off x="10210801" y="1714501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82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E56294-DBF4-6966-0543-DF4CDBB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1/2)</a:t>
            </a:r>
            <a:endParaRPr lang="en-US" altLang="zh-TW" b="1" u="none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73BF14-FA0F-31C9-A003-42EC8EF09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C58E-D343-B88E-F8A2-B852859A8C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Listing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1162" y="8491539"/>
            <a:ext cx="574040" cy="56261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6D7BB9-79D5-2625-7875-FF9D0F0652EA}"/>
              </a:ext>
            </a:extLst>
          </p:cNvPr>
          <p:cNvGrpSpPr/>
          <p:nvPr/>
        </p:nvGrpSpPr>
        <p:grpSpPr>
          <a:xfrm>
            <a:off x="4973901" y="1984963"/>
            <a:ext cx="8340191" cy="6295499"/>
            <a:chOff x="4973901" y="2125926"/>
            <a:chExt cx="8340191" cy="6295499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01C1DAF-FA34-0DBC-8612-1426628E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3901" y="2125926"/>
              <a:ext cx="8340191" cy="62954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C20387D-328B-ADC1-842F-CBCBF45851C2}"/>
                </a:ext>
              </a:extLst>
            </p:cNvPr>
            <p:cNvSpPr/>
            <p:nvPr/>
          </p:nvSpPr>
          <p:spPr>
            <a:xfrm>
              <a:off x="6910387" y="2562225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1BDD840-683B-C9BC-5470-BA0280682188}"/>
                </a:ext>
              </a:extLst>
            </p:cNvPr>
            <p:cNvCxnSpPr>
              <a:cxnSpLocks/>
              <a:stCxn id="38" idx="2"/>
              <a:endCxn id="36" idx="3"/>
            </p:cNvCxnSpPr>
            <p:nvPr/>
          </p:nvCxnSpPr>
          <p:spPr>
            <a:xfrm flipH="1">
              <a:off x="7662862" y="2714465"/>
              <a:ext cx="7191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7A3D53AB-4286-DB82-8888-1DC413A4A019}"/>
                </a:ext>
              </a:extLst>
            </p:cNvPr>
            <p:cNvSpPr/>
            <p:nvPr/>
          </p:nvSpPr>
          <p:spPr>
            <a:xfrm>
              <a:off x="8382000" y="225726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646DBC8-E9C9-F0F5-EF7A-37A8D30E1C81}"/>
                </a:ext>
              </a:extLst>
            </p:cNvPr>
            <p:cNvSpPr/>
            <p:nvPr/>
          </p:nvSpPr>
          <p:spPr>
            <a:xfrm>
              <a:off x="5300663" y="3131552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F42322B7-2C1E-89C1-44DB-D900D58D5A83}"/>
                </a:ext>
              </a:extLst>
            </p:cNvPr>
            <p:cNvCxnSpPr>
              <a:cxnSpLocks/>
              <a:stCxn id="41" idx="2"/>
              <a:endCxn id="39" idx="3"/>
            </p:cNvCxnSpPr>
            <p:nvPr/>
          </p:nvCxnSpPr>
          <p:spPr>
            <a:xfrm flipH="1">
              <a:off x="7504113" y="3303002"/>
              <a:ext cx="1907911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圖: 接點 40">
              <a:extLst>
                <a:ext uri="{FF2B5EF4-FFF2-40B4-BE49-F238E27FC236}">
                  <a16:creationId xmlns:a16="http://schemas.microsoft.com/office/drawing/2014/main" id="{7012F224-4C96-E5CE-3A54-6BA840420137}"/>
                </a:ext>
              </a:extLst>
            </p:cNvPr>
            <p:cNvSpPr/>
            <p:nvPr/>
          </p:nvSpPr>
          <p:spPr>
            <a:xfrm>
              <a:off x="9412024" y="28458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847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7E21EBB-1B2B-53C1-2BA4-D4FDCBD9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40DA8-5490-E8E7-6E8B-AFD53A34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F65DE-C936-44AF-FBC5-D5407F129A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listings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5FBDE5-4BD9-9C4F-2E78-B2B84C125C07}"/>
              </a:ext>
            </a:extLst>
          </p:cNvPr>
          <p:cNvGrpSpPr/>
          <p:nvPr/>
        </p:nvGrpSpPr>
        <p:grpSpPr>
          <a:xfrm>
            <a:off x="4495797" y="1989528"/>
            <a:ext cx="9296400" cy="6307943"/>
            <a:chOff x="4495797" y="1989528"/>
            <a:chExt cx="9296400" cy="630794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D9D558-4FD5-4C56-81BE-2474E2A3A439}"/>
                </a:ext>
              </a:extLst>
            </p:cNvPr>
            <p:cNvGrpSpPr/>
            <p:nvPr/>
          </p:nvGrpSpPr>
          <p:grpSpPr>
            <a:xfrm>
              <a:off x="4495797" y="1989528"/>
              <a:ext cx="9296400" cy="6307943"/>
              <a:chOff x="4495797" y="1989528"/>
              <a:chExt cx="9296400" cy="6307943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D67BA50-ACDF-CC31-DA1D-B72FA61C48C4}"/>
                  </a:ext>
                </a:extLst>
              </p:cNvPr>
              <p:cNvGrpSpPr/>
              <p:nvPr/>
            </p:nvGrpSpPr>
            <p:grpSpPr>
              <a:xfrm>
                <a:off x="4495797" y="1989528"/>
                <a:ext cx="9296400" cy="6307943"/>
                <a:chOff x="4495797" y="1989528"/>
                <a:chExt cx="9296400" cy="6307943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617E438-943D-A217-9C4A-BB022E47F824}"/>
                    </a:ext>
                  </a:extLst>
                </p:cNvPr>
                <p:cNvGrpSpPr/>
                <p:nvPr/>
              </p:nvGrpSpPr>
              <p:grpSpPr>
                <a:xfrm>
                  <a:off x="4495797" y="1989528"/>
                  <a:ext cx="9296400" cy="6307943"/>
                  <a:chOff x="4495800" y="1714500"/>
                  <a:chExt cx="9296400" cy="630794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7B7C84DE-9840-890A-82EF-5CC839E319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495800" y="1714500"/>
                    <a:ext cx="9296400" cy="6307943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72058A99-8D85-EF5A-7FCD-C1CAB1FF2E97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67100"/>
                    <a:ext cx="1219200" cy="457200"/>
                  </a:xfrm>
                  <a:prstGeom prst="rect">
                    <a:avLst/>
                  </a:prstGeom>
                  <a:noFill/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DCF3B422-23FE-10B1-5FD4-B02E2B827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E21508EA-9A2D-7493-5EF7-A95C71EEB95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89502239-9929-4F75-16CD-DE9FC6A41093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381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559-62FE-B792-586E-CDD1DDC5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54B3C4E-A4D9-AD08-F934-F06511CF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58" y="2142792"/>
            <a:ext cx="7989307" cy="6001416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61B59FC-75F9-3371-4FE0-F6BB69FA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User Build Run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1AC9E8-D730-4FBF-6714-93AFEC36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560BD-D34B-3CAF-AABD-6AA9AF4CB9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409706" y="8168638"/>
            <a:ext cx="15773398" cy="660399"/>
          </a:xfrm>
        </p:spPr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After Build/Rebuild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Run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並在方框中輸入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cmd.exe /d /c call "..\..\project_HT32-IDE\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\ble_peripheral_mp.bat" ".\Objects\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"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AE7080D-DB34-CB25-AC9F-6525F5A8CF86}"/>
              </a:ext>
            </a:extLst>
          </p:cNvPr>
          <p:cNvGrpSpPr/>
          <p:nvPr/>
        </p:nvGrpSpPr>
        <p:grpSpPr>
          <a:xfrm>
            <a:off x="7543800" y="2324100"/>
            <a:ext cx="2667005" cy="914400"/>
            <a:chOff x="4876795" y="3543299"/>
            <a:chExt cx="2667005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BE4472C-4831-6BF0-1F0B-A38A27FC0088}"/>
                </a:ext>
              </a:extLst>
            </p:cNvPr>
            <p:cNvGrpSpPr/>
            <p:nvPr/>
          </p:nvGrpSpPr>
          <p:grpSpPr>
            <a:xfrm>
              <a:off x="4876795" y="3579602"/>
              <a:ext cx="2667005" cy="841795"/>
              <a:chOff x="4876795" y="3579602"/>
              <a:chExt cx="2667005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5485B1-B505-4CBD-AA8D-94B21408ED5C}"/>
                  </a:ext>
                </a:extLst>
              </p:cNvPr>
              <p:cNvGrpSpPr/>
              <p:nvPr/>
            </p:nvGrpSpPr>
            <p:grpSpPr>
              <a:xfrm>
                <a:off x="4876795" y="3742128"/>
                <a:ext cx="1752605" cy="457200"/>
                <a:chOff x="4876795" y="3742128"/>
                <a:chExt cx="1752605" cy="4572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8F99F96-3406-4A0D-8A0E-123B8F825891}"/>
                    </a:ext>
                  </a:extLst>
                </p:cNvPr>
                <p:cNvSpPr/>
                <p:nvPr/>
              </p:nvSpPr>
              <p:spPr>
                <a:xfrm>
                  <a:off x="4876795" y="3742128"/>
                  <a:ext cx="914401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2990329F-AB6A-BB45-6504-5F03D75F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F69C84F3-9DAA-8E9A-783C-75FEACA7D91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AA08E0C-33B3-F0C4-4721-552304784A05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7AA136-8A2F-4280-9B9D-8B1FD375540D}"/>
              </a:ext>
            </a:extLst>
          </p:cNvPr>
          <p:cNvGrpSpPr/>
          <p:nvPr/>
        </p:nvGrpSpPr>
        <p:grpSpPr>
          <a:xfrm>
            <a:off x="7653196" y="4931673"/>
            <a:ext cx="5503469" cy="914400"/>
            <a:chOff x="2040331" y="3543299"/>
            <a:chExt cx="5503469" cy="9144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8E109EF-2AB8-9109-8988-19B080AC1BF0}"/>
                </a:ext>
              </a:extLst>
            </p:cNvPr>
            <p:cNvGrpSpPr/>
            <p:nvPr/>
          </p:nvGrpSpPr>
          <p:grpSpPr>
            <a:xfrm>
              <a:off x="2040331" y="3579602"/>
              <a:ext cx="5503469" cy="841795"/>
              <a:chOff x="2040331" y="3579602"/>
              <a:chExt cx="5503469" cy="841795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84CC771-0A61-3EA7-C813-F023EC9D74E0}"/>
                  </a:ext>
                </a:extLst>
              </p:cNvPr>
              <p:cNvGrpSpPr/>
              <p:nvPr/>
            </p:nvGrpSpPr>
            <p:grpSpPr>
              <a:xfrm>
                <a:off x="2040331" y="3742128"/>
                <a:ext cx="4589069" cy="457200"/>
                <a:chOff x="2040331" y="3742128"/>
                <a:chExt cx="4589069" cy="457200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7BCDDB83-E677-BFDD-B639-57B361499DA0}"/>
                    </a:ext>
                  </a:extLst>
                </p:cNvPr>
                <p:cNvSpPr/>
                <p:nvPr/>
              </p:nvSpPr>
              <p:spPr>
                <a:xfrm>
                  <a:off x="2040331" y="3742128"/>
                  <a:ext cx="3750866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" name="直線單箭頭接點 21">
                  <a:extLst>
                    <a:ext uri="{FF2B5EF4-FFF2-40B4-BE49-F238E27FC236}">
                      <a16:creationId xmlns:a16="http://schemas.microsoft.com/office/drawing/2014/main" id="{FAA419BF-0946-7A21-6A7C-1321640B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流程圖: 接點 19">
                <a:extLst>
                  <a:ext uri="{FF2B5EF4-FFF2-40B4-BE49-F238E27FC236}">
                    <a16:creationId xmlns:a16="http://schemas.microsoft.com/office/drawing/2014/main" id="{3C70823E-9D4C-6DC5-08E7-095A4B532D61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7A00CC63-B852-A528-8ED1-6DAD8FB692EA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AC54793-A661-59F8-57CB-BCBE6965E34B}"/>
              </a:ext>
            </a:extLst>
          </p:cNvPr>
          <p:cNvSpPr/>
          <p:nvPr/>
        </p:nvSpPr>
        <p:spPr>
          <a:xfrm>
            <a:off x="5838677" y="5181519"/>
            <a:ext cx="1083861" cy="342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A897A95-3639-9638-701E-03538AA5BB2A}"/>
              </a:ext>
            </a:extLst>
          </p:cNvPr>
          <p:cNvCxnSpPr>
            <a:cxnSpLocks/>
            <a:stCxn id="25" idx="6"/>
            <a:endCxn id="23" idx="1"/>
          </p:cNvCxnSpPr>
          <p:nvPr/>
        </p:nvCxnSpPr>
        <p:spPr>
          <a:xfrm flipV="1">
            <a:off x="4802029" y="5353010"/>
            <a:ext cx="1036648" cy="145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0D82A74C-58DC-B070-8E23-6A13E5145D61}"/>
              </a:ext>
            </a:extLst>
          </p:cNvPr>
          <p:cNvSpPr/>
          <p:nvPr/>
        </p:nvSpPr>
        <p:spPr>
          <a:xfrm>
            <a:off x="3887629" y="491034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3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7D84C05-3933-E285-2A72-694B87C3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0E4AFCB-831F-6F89-BE78-E7C2E4B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6EFD1F-FBA0-E49D-7867-53B8CB63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FFDDEB-EB93-215A-8D65-2C7A673F86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</a:t>
            </a:r>
            <a:r>
              <a:rPr lang="en-US" altLang="zh-TW" dirty="0"/>
              <a:t>CC →</a:t>
            </a:r>
            <a:r>
              <a:rPr lang="zh-TW" altLang="en-US" dirty="0"/>
              <a:t>在</a:t>
            </a:r>
            <a:r>
              <a:rPr lang="en-US" altLang="zh-TW" dirty="0"/>
              <a:t>Define</a:t>
            </a:r>
            <a:r>
              <a:rPr lang="zh-TW" altLang="en-US" dirty="0"/>
              <a:t>裡新增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ARM_MATH_DSP __MAIN_PROCESSOR HT32F67595_EVB</a:t>
            </a:r>
          </a:p>
          <a:p>
            <a:pPr algn="just"/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62479EB-4789-FBC6-10B3-26E371D81487}"/>
              </a:ext>
            </a:extLst>
          </p:cNvPr>
          <p:cNvGrpSpPr/>
          <p:nvPr/>
        </p:nvGrpSpPr>
        <p:grpSpPr>
          <a:xfrm>
            <a:off x="6038850" y="2122170"/>
            <a:ext cx="8606495" cy="1716405"/>
            <a:chOff x="6038850" y="2122170"/>
            <a:chExt cx="8606495" cy="17164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56D381-89BC-DD44-8671-668E79898A71}"/>
                </a:ext>
              </a:extLst>
            </p:cNvPr>
            <p:cNvSpPr/>
            <p:nvPr/>
          </p:nvSpPr>
          <p:spPr>
            <a:xfrm>
              <a:off x="8201025" y="2427130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65CD276-6CDB-D52E-841A-8B0D299468B0}"/>
                </a:ext>
              </a:extLst>
            </p:cNvPr>
            <p:cNvCxnSpPr>
              <a:cxnSpLocks/>
              <a:stCxn id="13" idx="2"/>
              <a:endCxn id="11" idx="3"/>
            </p:cNvCxnSpPr>
            <p:nvPr/>
          </p:nvCxnSpPr>
          <p:spPr>
            <a:xfrm flipH="1">
              <a:off x="8953500" y="2579370"/>
              <a:ext cx="7239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27CF1E74-5119-55E9-7FAB-E109B8053704}"/>
                </a:ext>
              </a:extLst>
            </p:cNvPr>
            <p:cNvSpPr/>
            <p:nvPr/>
          </p:nvSpPr>
          <p:spPr>
            <a:xfrm>
              <a:off x="9677400" y="212217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95EA3D-2ADC-DC89-D6CC-972C70311353}"/>
                </a:ext>
              </a:extLst>
            </p:cNvPr>
            <p:cNvSpPr/>
            <p:nvPr/>
          </p:nvSpPr>
          <p:spPr>
            <a:xfrm>
              <a:off x="6038850" y="3200400"/>
              <a:ext cx="6838950" cy="3619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CE40388-194C-BA86-D028-67CCB467B464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877800" y="3381375"/>
              <a:ext cx="85314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09879124-963B-BBE2-F187-FAC34E860D5D}"/>
                </a:ext>
              </a:extLst>
            </p:cNvPr>
            <p:cNvSpPr/>
            <p:nvPr/>
          </p:nvSpPr>
          <p:spPr>
            <a:xfrm>
              <a:off x="13730945" y="292417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21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AD7-FCA5-007A-54F3-6BC9E017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881AF16-E82A-65E1-3AD6-EB4EF3EC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F430FA9-4117-0E8E-B697-AE1AB21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3087DF-4BF7-6874-6044-4AB04F20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30614-25EB-98D9-AFEF-38D359B364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Optimization </a:t>
            </a:r>
            <a:r>
              <a:rPr lang="zh-TW" altLang="en-US" dirty="0"/>
              <a:t>下拉選至 </a:t>
            </a:r>
            <a:r>
              <a:rPr lang="en-US" altLang="zh-TW" dirty="0"/>
              <a:t>Level 2(Speed) </a:t>
            </a:r>
          </a:p>
          <a:p>
            <a:pPr indent="817200" algn="just"/>
            <a:r>
              <a:rPr lang="zh-TW" altLang="en-US" dirty="0"/>
              <a:t>點擊 </a:t>
            </a:r>
            <a:r>
              <a:rPr lang="en-US" altLang="zh-TW" dirty="0" err="1"/>
              <a:t>Wamings</a:t>
            </a:r>
            <a:r>
              <a:rPr lang="zh-TW" altLang="en-US" dirty="0"/>
              <a:t>下拉選至 </a:t>
            </a:r>
            <a:r>
              <a:rPr lang="en-US" altLang="zh-TW" dirty="0"/>
              <a:t>No </a:t>
            </a:r>
            <a:r>
              <a:rPr lang="en-US" altLang="zh-TW" dirty="0" err="1"/>
              <a:t>Wamings</a:t>
            </a:r>
            <a:endParaRPr lang="en-US" altLang="zh-TW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83E038C-0FD7-6572-0FC8-5BC02233E8E0}"/>
              </a:ext>
            </a:extLst>
          </p:cNvPr>
          <p:cNvGrpSpPr/>
          <p:nvPr/>
        </p:nvGrpSpPr>
        <p:grpSpPr>
          <a:xfrm>
            <a:off x="9906000" y="3633502"/>
            <a:ext cx="4572000" cy="1101971"/>
            <a:chOff x="9906000" y="3633502"/>
            <a:chExt cx="4572000" cy="11019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BC7F64-4DC5-7146-7DA4-854A862B06BC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B507BBA-6A5D-7834-BB39-111FBB5843EF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420600" y="4090702"/>
              <a:ext cx="1143000" cy="42968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53C77C83-982F-13AE-D7E4-A7762AD0045F}"/>
                </a:ext>
              </a:extLst>
            </p:cNvPr>
            <p:cNvSpPr/>
            <p:nvPr/>
          </p:nvSpPr>
          <p:spPr>
            <a:xfrm>
              <a:off x="13563600" y="36335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6B1D8C4-E6A6-2296-B838-683411D9AB61}"/>
              </a:ext>
            </a:extLst>
          </p:cNvPr>
          <p:cNvGrpSpPr/>
          <p:nvPr/>
        </p:nvGrpSpPr>
        <p:grpSpPr>
          <a:xfrm>
            <a:off x="9906000" y="4790016"/>
            <a:ext cx="4572000" cy="1025178"/>
            <a:chOff x="9906000" y="4305301"/>
            <a:chExt cx="4572000" cy="102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603695-EFF9-E5EA-9F2D-2EE0CAE8EA69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BD27A3E-C783-9065-7DF2-4894B33D9A15}"/>
                </a:ext>
              </a:extLst>
            </p:cNvPr>
            <p:cNvCxnSpPr>
              <a:cxnSpLocks/>
              <a:stCxn id="9" idx="2"/>
              <a:endCxn id="7" idx="3"/>
            </p:cNvCxnSpPr>
            <p:nvPr/>
          </p:nvCxnSpPr>
          <p:spPr>
            <a:xfrm flipH="1" flipV="1">
              <a:off x="12420600" y="4520387"/>
              <a:ext cx="1143000" cy="3528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6C635732-7720-6D8B-34F1-DEB822B3B1D3}"/>
                </a:ext>
              </a:extLst>
            </p:cNvPr>
            <p:cNvSpPr/>
            <p:nvPr/>
          </p:nvSpPr>
          <p:spPr>
            <a:xfrm>
              <a:off x="13563600" y="441607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39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8C2CCD-AE73-6DB7-AE02-24BCB235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14" y="2851128"/>
            <a:ext cx="6984311" cy="533306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524413-84DC-75C3-525F-FE15DB8F4BC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..\..\..\..\..\..\sources\device\ht32f675x5\Include;..\..\..\..\..\..\sources\drivers\ht32f675x5_r2\ht32\register;..\..\..\..\..\..\sources\drivers\ht32f675x5_r2\ht32\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ext_flash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;..\..\..\..\..\..\sources\boards;..\..\..\..\..\..\sources\components\ht32f675x5_r2\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app_debug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err_debug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fw_upgrade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lpwr_ctrl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rom_callback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;..\..\..\..\..\..\sources\components\ht32f675x5_r2\utility;..\..\..\..\..\..\sources\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mem_cfg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;..\..\config;.\RTE\_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;</a:t>
            </a:r>
            <a:r>
              <a:rPr lang="en-US" altLang="zh-TW" dirty="0">
                <a:latin typeface="Times New Roman" panose="02020603050405020304" pitchFamily="18" charset="0"/>
              </a:rPr>
              <a:t>..\</a:t>
            </a:r>
            <a:r>
              <a:rPr lang="en-US" altLang="zh-TW" dirty="0" err="1">
                <a:latin typeface="Times New Roman" panose="02020603050405020304" pitchFamily="18" charset="0"/>
              </a:rPr>
              <a:t>mp</a:t>
            </a:r>
            <a:r>
              <a:rPr lang="en-US" altLang="zh-TW" dirty="0">
                <a:latin typeface="Times New Roman" panose="02020603050405020304" pitchFamily="18" charset="0"/>
              </a:rPr>
              <a:t>;..\..\..\..\..\..\sources\patch\ht32f675x5_patch_lib_r2\</a:t>
            </a:r>
            <a:r>
              <a:rPr lang="en-US" altLang="zh-TW" dirty="0" err="1">
                <a:latin typeface="Times New Roman" panose="02020603050405020304" pitchFamily="18" charset="0"/>
              </a:rPr>
              <a:t>patch_hw</a:t>
            </a:r>
            <a:r>
              <a:rPr lang="en-US" altLang="zh-TW" dirty="0">
                <a:latin typeface="Times New Roman" panose="02020603050405020304" pitchFamily="18" charset="0"/>
              </a:rPr>
              <a:t>\</a:t>
            </a:r>
            <a:r>
              <a:rPr lang="en-US" altLang="zh-TW" dirty="0" err="1">
                <a:latin typeface="Times New Roman" panose="02020603050405020304" pitchFamily="18" charset="0"/>
              </a:rPr>
              <a:t>inc</a:t>
            </a:r>
            <a:endParaRPr lang="zh-TW" altLang="en-US" dirty="0">
              <a:latin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1BE748-FDE5-66A6-ED7C-D6F23CB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32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5E11E2-C370-56B5-55BE-00C39F46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/4)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6854289-E2BC-3D88-BB41-D96AFEF6D37E}"/>
              </a:ext>
            </a:extLst>
          </p:cNvPr>
          <p:cNvGrpSpPr/>
          <p:nvPr/>
        </p:nvGrpSpPr>
        <p:grpSpPr>
          <a:xfrm>
            <a:off x="11582400" y="4638820"/>
            <a:ext cx="5905500" cy="1868660"/>
            <a:chOff x="11734800" y="4638820"/>
            <a:chExt cx="5905500" cy="18686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9932758-98CB-6D7A-6A52-09B0AE8EDCC9}"/>
                </a:ext>
              </a:extLst>
            </p:cNvPr>
            <p:cNvSpPr/>
            <p:nvPr/>
          </p:nvSpPr>
          <p:spPr>
            <a:xfrm>
              <a:off x="11734800" y="6126480"/>
              <a:ext cx="5905500" cy="381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4E55797-6321-90C1-489A-6F8BFC7AA3C2}"/>
                </a:ext>
              </a:extLst>
            </p:cNvPr>
            <p:cNvCxnSpPr>
              <a:cxnSpLocks/>
              <a:stCxn id="15" idx="4"/>
              <a:endCxn id="10" idx="0"/>
            </p:cNvCxnSpPr>
            <p:nvPr/>
          </p:nvCxnSpPr>
          <p:spPr>
            <a:xfrm>
              <a:off x="14687550" y="5553220"/>
              <a:ext cx="0" cy="57326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60860A7A-BC03-C514-2BF4-A5D6E007F4CD}"/>
                </a:ext>
              </a:extLst>
            </p:cNvPr>
            <p:cNvSpPr/>
            <p:nvPr/>
          </p:nvSpPr>
          <p:spPr>
            <a:xfrm>
              <a:off x="14230350" y="463882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9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A8AC029-DBA3-7F4C-3A87-F4817FA90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70" y="2057008"/>
            <a:ext cx="8210260" cy="6172984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FCA8198-625D-2003-28AF-FE82B9FA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(4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D8A289-72FD-98B7-DD4A-3ACFA4BD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8865C-93ED-BC62-6FDB-FBD3A500255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至 </a:t>
            </a:r>
            <a:r>
              <a:rPr lang="en-US" altLang="zh-TW" sz="32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 Controls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新增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Wno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-format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mcpu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=cortex-m33 -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mthumb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-exceptions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fno-rtti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-asynchronous-unwind-tables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ffunction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fdata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</a:t>
            </a:r>
            <a:r>
              <a:rPr lang="zh-TW" altLang="en-US" dirty="0">
                <a:sym typeface="Noto Sans T Chinese"/>
              </a:rPr>
              <a:t>。</a:t>
            </a:r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B8C948BE-DD0D-7B1C-4A3E-64ED26EBB12F}"/>
              </a:ext>
            </a:extLst>
          </p:cNvPr>
          <p:cNvSpPr/>
          <p:nvPr/>
        </p:nvSpPr>
        <p:spPr>
          <a:xfrm>
            <a:off x="10439400" y="4686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7994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5B07-F4CC-0F0E-7BAD-12FD69E1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9B56BCD-180E-A6B2-2D71-C351799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5124740" y="2093607"/>
            <a:ext cx="8210260" cy="62502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99686E2-6C77-751F-DD00-5D9BDE2D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內容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8EBD2B-4864-6F7A-450A-F1FBE1851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68ADFB1B-C5C2-7847-F7AB-9C040C0DC458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/>
            <a:r>
              <a:rPr lang="zh-TW" altLang="en-US" dirty="0"/>
              <a:t>選擇</a:t>
            </a:r>
            <a:r>
              <a:rPr lang="en-US" altLang="zh-TW" dirty="0"/>
              <a:t>Linker Script File</a:t>
            </a:r>
            <a:r>
              <a:rPr lang="zh-TW" altLang="en-US" dirty="0"/>
              <a:t>路徑，其路徑為：</a:t>
            </a:r>
            <a:br>
              <a:rPr lang="en-US" altLang="zh-TW" dirty="0"/>
            </a:br>
            <a:r>
              <a:rPr lang="en-US" altLang="zh-TW" dirty="0"/>
              <a:t>HT32F675x5_FWLib_V1.0.7f_425\projects\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r>
              <a:rPr lang="en-US" altLang="zh-TW" dirty="0"/>
              <a:t>→ </a:t>
            </a:r>
            <a:r>
              <a:rPr lang="zh-TW" altLang="en-US" dirty="0"/>
              <a:t>選擇 </a:t>
            </a:r>
            <a:r>
              <a:rPr lang="en-US" altLang="zh-TW" dirty="0" err="1">
                <a:solidFill>
                  <a:srgbClr val="FF0000"/>
                </a:solidFill>
              </a:rPr>
              <a:t>ble_peripheral_mp.ld</a:t>
            </a:r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85141B5-E2DB-BC05-80F6-58DFE9C73755}"/>
              </a:ext>
            </a:extLst>
          </p:cNvPr>
          <p:cNvGrpSpPr/>
          <p:nvPr/>
        </p:nvGrpSpPr>
        <p:grpSpPr>
          <a:xfrm>
            <a:off x="11430000" y="4567025"/>
            <a:ext cx="3378397" cy="1004274"/>
            <a:chOff x="11430000" y="4567025"/>
            <a:chExt cx="3378397" cy="1004274"/>
          </a:xfrm>
        </p:grpSpPr>
        <p:sp>
          <p:nvSpPr>
            <p:cNvPr id="15" name="矩形 14"/>
            <p:cNvSpPr/>
            <p:nvPr/>
          </p:nvSpPr>
          <p:spPr>
            <a:xfrm>
              <a:off x="11430000" y="4836073"/>
              <a:ext cx="381000" cy="46617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F93D91B5-E347-62FC-C624-EA6FE79FCA3D}"/>
                </a:ext>
              </a:extLst>
            </p:cNvPr>
            <p:cNvSpPr/>
            <p:nvPr/>
          </p:nvSpPr>
          <p:spPr>
            <a:xfrm>
              <a:off x="13804123" y="4567025"/>
              <a:ext cx="1004274" cy="1004274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617711-1145-9122-287E-86F8B93E5B00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11811000" y="5069162"/>
              <a:ext cx="1993123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54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44655D-EF39-F7A7-C37F-452ABEE5A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9315740" y="2324100"/>
            <a:ext cx="8210260" cy="625029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34162" y="6463474"/>
            <a:ext cx="6010750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4FCB04-BF4B-18A1-9277-7FF9B65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(2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04EE45-566D-201E-75B7-069241D2DE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31319" y="2738438"/>
            <a:ext cx="7810500" cy="6527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在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Misc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 controls</a:t>
            </a: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裡加入以下指令來讓程式可以編譯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marL="742950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Nostartfiles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Wl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,--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gc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-sections</a:t>
            </a: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mcpu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=cortex-m33 –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mthumb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--specs=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nano.specs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lstdc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lsupc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lm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 -lc</a:t>
            </a:r>
          </a:p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253217-B73A-FF18-7869-D916C5E2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AA9B8BA1-3A0F-7D48-DE40-31B2252D963B}"/>
              </a:ext>
            </a:extLst>
          </p:cNvPr>
          <p:cNvSpPr/>
          <p:nvPr/>
        </p:nvSpPr>
        <p:spPr>
          <a:xfrm>
            <a:off x="15316200" y="7686284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203B8B0-5949-4A49-5373-F07DC8280E3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5773400" y="6999635"/>
            <a:ext cx="0" cy="6866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1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CBB44A1F-E6AE-7AB4-93B1-030F5657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642281"/>
            <a:ext cx="8841438" cy="670635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3C37948-EF7F-1D0B-6E7F-D58D80B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Debug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B4E20-2A6A-5E98-67EF-8D4FC903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AB9FA-2606-0E63-5562-BEF6BA4E3B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Debug 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點擊向下箭頭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FF0000"/>
                </a:solidFill>
                <a:sym typeface="Noto Sans T Chinese"/>
              </a:rPr>
              <a:t>CMSIS-DAP ARMv8-M Debugger</a:t>
            </a:r>
            <a:r>
              <a:rPr lang="zh-TW" altLang="en-US" sz="3200" b="1" dirty="0">
                <a:sym typeface="Noto Sans T Chinese"/>
              </a:rPr>
              <a:t>。</a:t>
            </a:r>
            <a:endParaRPr lang="en-US" altLang="zh-TW" sz="3200" b="1" dirty="0"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0DD234EE-EE0C-5045-69C5-FB4FCB504DAA}"/>
              </a:ext>
            </a:extLst>
          </p:cNvPr>
          <p:cNvSpPr/>
          <p:nvPr/>
        </p:nvSpPr>
        <p:spPr>
          <a:xfrm>
            <a:off x="8463764" y="1878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09B6770-B780-FFFF-FA86-22AC47F931F9}"/>
              </a:ext>
            </a:extLst>
          </p:cNvPr>
          <p:cNvSpPr/>
          <p:nvPr/>
        </p:nvSpPr>
        <p:spPr>
          <a:xfrm>
            <a:off x="12954000" y="232076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AF96A0A-CB57-74D2-5E81-0FB4B84B0CBC}"/>
              </a:ext>
            </a:extLst>
          </p:cNvPr>
          <p:cNvSpPr/>
          <p:nvPr/>
        </p:nvSpPr>
        <p:spPr>
          <a:xfrm>
            <a:off x="12884483" y="389817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BB714D-3F2D-4FC4-4232-76FA77E308C8}"/>
              </a:ext>
            </a:extLst>
          </p:cNvPr>
          <p:cNvSpPr/>
          <p:nvPr/>
        </p:nvSpPr>
        <p:spPr>
          <a:xfrm>
            <a:off x="10058400" y="2209924"/>
            <a:ext cx="752475" cy="3044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99B2493-C16A-94CB-E777-7CD421EE44FE}"/>
              </a:ext>
            </a:extLst>
          </p:cNvPr>
          <p:cNvCxnSpPr>
            <a:cxnSpLocks/>
            <a:stCxn id="4" idx="6"/>
            <a:endCxn id="11" idx="1"/>
          </p:cNvCxnSpPr>
          <p:nvPr/>
        </p:nvCxnSpPr>
        <p:spPr>
          <a:xfrm>
            <a:off x="9378164" y="2336005"/>
            <a:ext cx="680236" cy="261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E609B4-3341-6CC5-280C-EF976994654A}"/>
              </a:ext>
            </a:extLst>
          </p:cNvPr>
          <p:cNvSpPr/>
          <p:nvPr/>
        </p:nvSpPr>
        <p:spPr>
          <a:xfrm>
            <a:off x="11734800" y="2656942"/>
            <a:ext cx="260350" cy="2420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E05024-CAA7-9CC4-6B25-1857B00A3B41}"/>
              </a:ext>
            </a:extLst>
          </p:cNvPr>
          <p:cNvCxnSpPr>
            <a:cxnSpLocks/>
            <a:stCxn id="6" idx="2"/>
            <a:endCxn id="21" idx="3"/>
          </p:cNvCxnSpPr>
          <p:nvPr/>
        </p:nvCxnSpPr>
        <p:spPr>
          <a:xfrm flipH="1">
            <a:off x="11995150" y="2777965"/>
            <a:ext cx="9588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B9729E8-1A98-5692-7D2A-068172CB240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2039600" y="4229100"/>
            <a:ext cx="844883" cy="1262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FA1DD6-7B25-9F69-CE7F-24CECE9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05CBD4-388F-3F94-CDFE-FF70CF1C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0CE24B-EB45-BC01-EB3A-B5CEDF6AA34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2286D5A-93EC-E4BC-5C3C-8D5970FBE941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53D4D6D-E0B2-30C4-C006-AA378F02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53EC94-76FF-4D1C-559C-703C928DF209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86F523-7E73-1B65-2709-05878BA1ADE5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54F0B0C-C822-C806-C3C1-79EFE4983BF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1ED1BC-33FF-AF57-A3F9-9CF39B134906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E6138BFF-058C-D31E-C065-A7E0BFABD02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DA601421-F1CC-F84B-A31E-BC5DBA5427BB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525EE07-91C1-DEF6-54C6-85B8C8FB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15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368-1F8E-9160-EF5E-5D0E8996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0B571F-24D7-D38A-834F-C5781A8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625D36-485F-A16D-69D2-1AF439F6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38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348F3-F924-2037-4575-1774335170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選擇解壓縮後的模型檔案 </a:t>
            </a:r>
            <a:r>
              <a:rPr lang="en-US" altLang="zh-TW" dirty="0"/>
              <a:t>(Edge Impulse</a:t>
            </a:r>
            <a:r>
              <a:rPr lang="zh-TW" altLang="en-US" dirty="0"/>
              <a:t>下載的模型</a:t>
            </a:r>
            <a:r>
              <a:rPr lang="en-US" altLang="zh-TW" dirty="0"/>
              <a:t>) </a:t>
            </a:r>
            <a:r>
              <a:rPr lang="zh-TW" altLang="en-US" dirty="0"/>
              <a:t>→ 點擊開啟。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C24683-E3CE-2FC9-A4D6-F91BE98E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32" y="2039937"/>
            <a:ext cx="11025935" cy="5858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3F2F2-08B8-89F3-CFAB-7A5858272B09}"/>
              </a:ext>
            </a:extLst>
          </p:cNvPr>
          <p:cNvSpPr/>
          <p:nvPr/>
        </p:nvSpPr>
        <p:spPr>
          <a:xfrm>
            <a:off x="6172200" y="3619500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59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7C92-BC49-7E16-9458-1320D66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EF7468C-2386-A80B-65F1-05A864BF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62100"/>
            <a:ext cx="10620977" cy="611937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A7767A3-69C1-A6F8-836E-E3FF0462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1C7234-6024-1739-A619-6A310C6F5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39</a:t>
            </a:fld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E758613-1895-6DB4-5630-8A3E9A087DB4}"/>
              </a:ext>
            </a:extLst>
          </p:cNvPr>
          <p:cNvGrpSpPr/>
          <p:nvPr/>
        </p:nvGrpSpPr>
        <p:grpSpPr>
          <a:xfrm>
            <a:off x="2736850" y="1735758"/>
            <a:ext cx="6629400" cy="5713929"/>
            <a:chOff x="2736850" y="1945617"/>
            <a:chExt cx="6629400" cy="571392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FAADA65-5AF8-FFFF-1E41-B589DF2998A7}"/>
                </a:ext>
              </a:extLst>
            </p:cNvPr>
            <p:cNvSpPr/>
            <p:nvPr/>
          </p:nvSpPr>
          <p:spPr>
            <a:xfrm>
              <a:off x="4381499" y="5150953"/>
              <a:ext cx="4984751" cy="8108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EBF2F5-E63E-D880-260D-75D262FE5014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3657600" y="5556399"/>
              <a:ext cx="72389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流程圖: 接點 44">
              <a:extLst>
                <a:ext uri="{FF2B5EF4-FFF2-40B4-BE49-F238E27FC236}">
                  <a16:creationId xmlns:a16="http://schemas.microsoft.com/office/drawing/2014/main" id="{5B3EBC46-D083-4577-3E53-719C316FF9DD}"/>
                </a:ext>
              </a:extLst>
            </p:cNvPr>
            <p:cNvSpPr/>
            <p:nvPr/>
          </p:nvSpPr>
          <p:spPr>
            <a:xfrm>
              <a:off x="2736850" y="19456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C900079-3764-687F-DD5D-53905B485B0A}"/>
                </a:ext>
              </a:extLst>
            </p:cNvPr>
            <p:cNvSpPr/>
            <p:nvPr/>
          </p:nvSpPr>
          <p:spPr>
            <a:xfrm>
              <a:off x="8324198" y="7351702"/>
              <a:ext cx="895350" cy="3078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8807080D-5E2B-702C-754D-DE316EA2A877}"/>
                </a:ext>
              </a:extLst>
            </p:cNvPr>
            <p:cNvSpPr/>
            <p:nvPr/>
          </p:nvSpPr>
          <p:spPr>
            <a:xfrm>
              <a:off x="8314673" y="608177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3D7122F-8750-9E65-3088-1A56590D7117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>
              <a:off x="8771873" y="6996174"/>
              <a:ext cx="0" cy="35552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4D032531-2A7A-B887-EC4C-879432DC73FC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>
              <a:spcBef>
                <a:spcPct val="0"/>
              </a:spcBef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在上方工具列點擊 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【Select software Packs】→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把勾選取消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檢查紅框內的版本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如果版本不對，點擊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【Pack installer】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HT32F49395_100LQFP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的右方資訊裡找相對應的版本下載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點擊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OK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F1E7877-9129-D2D3-ED3C-B7E395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3333" r="9779" b="11093"/>
          <a:stretch>
            <a:fillRect/>
          </a:stretch>
        </p:blipFill>
        <p:spPr>
          <a:xfrm>
            <a:off x="5473700" y="8158215"/>
            <a:ext cx="611281" cy="575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093D6833-19E2-B9BF-F6BF-966846CAA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9" t="8411" r="5974" b="7681"/>
          <a:stretch>
            <a:fillRect/>
          </a:stretch>
        </p:blipFill>
        <p:spPr>
          <a:xfrm>
            <a:off x="5213350" y="8737484"/>
            <a:ext cx="519112" cy="527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7AA3F0E4-EAB2-2814-149E-259F5250D885}"/>
              </a:ext>
            </a:extLst>
          </p:cNvPr>
          <p:cNvSpPr/>
          <p:nvPr/>
        </p:nvSpPr>
        <p:spPr>
          <a:xfrm>
            <a:off x="4267200" y="2063556"/>
            <a:ext cx="228600" cy="260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EFB6434D-6A74-3B18-DC74-19E462603EDF}"/>
              </a:ext>
            </a:extLst>
          </p:cNvPr>
          <p:cNvCxnSpPr>
            <a:cxnSpLocks/>
            <a:stCxn id="45" idx="6"/>
            <a:endCxn id="58" idx="1"/>
          </p:cNvCxnSpPr>
          <p:nvPr/>
        </p:nvCxnSpPr>
        <p:spPr>
          <a:xfrm>
            <a:off x="3651250" y="2192958"/>
            <a:ext cx="615950" cy="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39CAAA3-3E08-CF56-3520-FF9B5FEF6F63}"/>
              </a:ext>
            </a:extLst>
          </p:cNvPr>
          <p:cNvSpPr/>
          <p:nvPr/>
        </p:nvSpPr>
        <p:spPr>
          <a:xfrm>
            <a:off x="4267200" y="3525839"/>
            <a:ext cx="5105400" cy="3222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4637AAA-D683-9660-85C8-37C31053A72C}"/>
              </a:ext>
            </a:extLst>
          </p:cNvPr>
          <p:cNvSpPr/>
          <p:nvPr/>
        </p:nvSpPr>
        <p:spPr>
          <a:xfrm>
            <a:off x="4273549" y="3078163"/>
            <a:ext cx="5092701" cy="278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326D39-ED10-4861-8993-EE07E0B88E8C}"/>
              </a:ext>
            </a:extLst>
          </p:cNvPr>
          <p:cNvSpPr/>
          <p:nvPr/>
        </p:nvSpPr>
        <p:spPr>
          <a:xfrm>
            <a:off x="4279899" y="2627313"/>
            <a:ext cx="5092701" cy="2546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D856653A-A2E5-3850-A982-D1376CBCFD80}"/>
              </a:ext>
            </a:extLst>
          </p:cNvPr>
          <p:cNvCxnSpPr>
            <a:cxnSpLocks/>
          </p:cNvCxnSpPr>
          <p:nvPr/>
        </p:nvCxnSpPr>
        <p:spPr>
          <a:xfrm>
            <a:off x="3657600" y="3643314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0EF48673-33C1-468A-B74D-0D828578738B}"/>
              </a:ext>
            </a:extLst>
          </p:cNvPr>
          <p:cNvCxnSpPr>
            <a:cxnSpLocks/>
          </p:cNvCxnSpPr>
          <p:nvPr/>
        </p:nvCxnSpPr>
        <p:spPr>
          <a:xfrm>
            <a:off x="3657600" y="3203895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DEE0F04C-F76A-A6BA-4F5E-85DCE69D749A}"/>
              </a:ext>
            </a:extLst>
          </p:cNvPr>
          <p:cNvCxnSpPr>
            <a:cxnSpLocks/>
          </p:cNvCxnSpPr>
          <p:nvPr/>
        </p:nvCxnSpPr>
        <p:spPr>
          <a:xfrm>
            <a:off x="3657600" y="2744789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78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2F319-01DD-40D3-8306-D1996DAC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ABCF04-3004-0A15-64BA-0C0D2E6D7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0EA45-9640-FDFE-4501-9FDDC6242D9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如果未能在  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【Select software Packs】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ARM::CMSIS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ARM::CMSIS-DSP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ARM::CMSIS-NN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以及 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EdgeImpulse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::EI-SDK Package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FF93C9-68F1-D6F8-E7C0-4CCBDA93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02"/>
          <a:stretch/>
        </p:blipFill>
        <p:spPr>
          <a:xfrm>
            <a:off x="1079405" y="2864366"/>
            <a:ext cx="16129190" cy="45558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6057D3-0BC0-B9C4-B719-F0595BAD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32604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26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0E41C9-EB9E-D6A6-5964-9F41327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41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14992B-F8D9-B09D-11F3-F0D1DA7BCC6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https://www.keil.arm.com/packs/cmsis-arm/versions/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dirty="0"/>
              <a:t> CMSIS</a:t>
            </a:r>
            <a:r>
              <a:rPr lang="zh-TW" altLang="en-US" dirty="0"/>
              <a:t> 的 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CDB0424-B1C1-678F-0165-7F73593612D9}"/>
              </a:ext>
            </a:extLst>
          </p:cNvPr>
          <p:cNvGrpSpPr/>
          <p:nvPr/>
        </p:nvGrpSpPr>
        <p:grpSpPr>
          <a:xfrm>
            <a:off x="1200128" y="2891537"/>
            <a:ext cx="15887743" cy="5306443"/>
            <a:chOff x="1200128" y="2891537"/>
            <a:chExt cx="15887743" cy="5306443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001C612A-59F0-0933-2B27-8DF99103054E}"/>
                </a:ext>
              </a:extLst>
            </p:cNvPr>
            <p:cNvGrpSpPr/>
            <p:nvPr/>
          </p:nvGrpSpPr>
          <p:grpSpPr>
            <a:xfrm>
              <a:off x="1200128" y="2891537"/>
              <a:ext cx="15887743" cy="5306443"/>
              <a:chOff x="1200128" y="2891537"/>
              <a:chExt cx="15887743" cy="5306443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12A6DCEF-CE0F-E200-F5DF-FE7F6AB1D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28" y="2891537"/>
                <a:ext cx="15887743" cy="5306443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05D9718-5A24-E89D-8E1A-B1E1A94AA180}"/>
                  </a:ext>
                </a:extLst>
              </p:cNvPr>
              <p:cNvSpPr/>
              <p:nvPr/>
            </p:nvSpPr>
            <p:spPr>
              <a:xfrm>
                <a:off x="13030200" y="7499107"/>
                <a:ext cx="1752600" cy="51127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2800" y="7810500"/>
              <a:ext cx="6096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917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F443DD-403E-E3E3-852A-6EA5DE6A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80F8F9-5924-43DA-E6E1-CD22495C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46A34-EC03-FD86-4FFC-DEA4926178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https://www.keil.arm.com/packs/cmsis-dsp-arm/versions/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DSP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F63947-2851-4AAA-6129-E9AAF2FBF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27" y="2648499"/>
            <a:ext cx="10908745" cy="5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26C081-CA4D-A127-7EBA-5D5A9FCD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C9FE4-CFD8-2B8C-4C46-AEF852CF02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https://www.keil.arm.com/packs/cmsis-nn-arm/versions/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NN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須注意版本是否為</a:t>
            </a:r>
            <a:r>
              <a:rPr lang="en-US" altLang="zh-TW" dirty="0">
                <a:solidFill>
                  <a:srgbClr val="FF0000"/>
                </a:solidFill>
              </a:rPr>
              <a:t>4.0.0 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FDADD2B-5C24-5636-0093-1D9F4F7FBF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643056"/>
            <a:ext cx="10515600" cy="5548444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FD7DEC9-4267-D4D3-990F-ED199D6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805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997FE-094E-28AE-1A20-93764445D4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pPr algn="just"/>
            <a:r>
              <a:rPr lang="zh-TW" altLang="en-US" dirty="0"/>
              <a:t>須前往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https://www.keil.arm.com/packs/ei-sdk-edgeimpulse/versions/</a:t>
            </a:r>
            <a:r>
              <a:rPr lang="en-US" altLang="zh-TW" dirty="0"/>
              <a:t>)</a:t>
            </a:r>
            <a:r>
              <a:rPr lang="zh-TW" altLang="en-US" dirty="0"/>
              <a:t>，下載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，並且安裝，下載 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A2CF554-EDC0-4738-9609-B4901BDEEF49}"/>
              </a:ext>
            </a:extLst>
          </p:cNvPr>
          <p:cNvGrpSpPr/>
          <p:nvPr/>
        </p:nvGrpSpPr>
        <p:grpSpPr>
          <a:xfrm>
            <a:off x="1576644" y="2367230"/>
            <a:ext cx="15134711" cy="5544973"/>
            <a:chOff x="1576644" y="2367230"/>
            <a:chExt cx="15134711" cy="554497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C44246B-B185-0C7B-6454-E252FA255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6644" y="2367230"/>
              <a:ext cx="15134711" cy="554497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7A64B2-00FC-EBAA-FED4-0A7B4BCCFE92}"/>
                </a:ext>
              </a:extLst>
            </p:cNvPr>
            <p:cNvSpPr/>
            <p:nvPr/>
          </p:nvSpPr>
          <p:spPr>
            <a:xfrm>
              <a:off x="11376660" y="7353300"/>
              <a:ext cx="3886200" cy="3884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15262860" y="7547503"/>
              <a:ext cx="89154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標題 6">
            <a:extLst>
              <a:ext uri="{FF2B5EF4-FFF2-40B4-BE49-F238E27FC236}">
                <a16:creationId xmlns:a16="http://schemas.microsoft.com/office/drawing/2014/main" id="{BA331838-56D6-5792-36B6-B0DA1A4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96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396754-5F29-E0EB-0B8A-8A837F4E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/>
          <a:stretch>
            <a:fillRect/>
          </a:stretch>
        </p:blipFill>
        <p:spPr>
          <a:xfrm>
            <a:off x="3248353" y="2027237"/>
            <a:ext cx="11686847" cy="623888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74B08EFE-3665-B89A-F0B1-50AAC6B8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匯入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BF61-DF59-62A4-B7E9-561A4351B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B66BB-A1BC-0F65-CB99-6C120FE555F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在上方工具列點擊      </a:t>
            </a:r>
            <a:r>
              <a:rPr lang="en-US" altLang="zh-TW" dirty="0"/>
              <a:t>【Manage Run-time Environment】 </a:t>
            </a:r>
          </a:p>
          <a:p>
            <a:pPr algn="just"/>
            <a:r>
              <a:rPr lang="en-US" altLang="zh-TW" dirty="0"/>
              <a:t>→</a:t>
            </a:r>
            <a:r>
              <a:rPr lang="zh-TW" altLang="en-US" dirty="0"/>
              <a:t> 勾選 </a:t>
            </a:r>
            <a:r>
              <a:rPr lang="en-US" altLang="zh-TW" dirty="0"/>
              <a:t>CMSIS</a:t>
            </a:r>
            <a:r>
              <a:rPr lang="zh-TW" altLang="en-US" dirty="0"/>
              <a:t> 下的 </a:t>
            </a:r>
            <a:r>
              <a:rPr lang="en-US" altLang="zh-TW" dirty="0"/>
              <a:t>CORE</a:t>
            </a:r>
            <a:r>
              <a:rPr lang="zh-TW" altLang="en-US" dirty="0"/>
              <a:t>、</a:t>
            </a:r>
            <a:r>
              <a:rPr lang="en-US" altLang="zh-TW" dirty="0"/>
              <a:t>DSP</a:t>
            </a:r>
            <a:r>
              <a:rPr lang="zh-TW" altLang="en-US" dirty="0"/>
              <a:t>、</a:t>
            </a:r>
            <a:r>
              <a:rPr lang="en-US" altLang="zh-TW" dirty="0" err="1"/>
              <a:t>NNLib</a:t>
            </a:r>
            <a:r>
              <a:rPr lang="zh-TW" altLang="en-US" dirty="0"/>
              <a:t> 和 </a:t>
            </a:r>
            <a:r>
              <a:rPr lang="en-US" altLang="zh-TW" dirty="0" err="1"/>
              <a:t>EdgeImpulse</a:t>
            </a:r>
            <a:r>
              <a:rPr lang="zh-TW" altLang="en-US" dirty="0"/>
              <a:t> 下的 </a:t>
            </a:r>
            <a:r>
              <a:rPr lang="en-US" altLang="zh-TW" dirty="0"/>
              <a:t>SDK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D4CEAE-EBEE-B348-52BE-96B4E6C7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421756"/>
            <a:ext cx="687769" cy="69800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95E8C57-B1BA-FB4E-E69D-B61FE59D0B2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11400" y="4255766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ED123A2-28B1-C8FD-6AE0-1E23C1008A2A}"/>
              </a:ext>
            </a:extLst>
          </p:cNvPr>
          <p:cNvSpPr/>
          <p:nvPr/>
        </p:nvSpPr>
        <p:spPr>
          <a:xfrm>
            <a:off x="3733800" y="3596640"/>
            <a:ext cx="11277600" cy="13182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CEEB81-5E6A-7B3B-2EC7-77D8ECE52918}"/>
              </a:ext>
            </a:extLst>
          </p:cNvPr>
          <p:cNvSpPr/>
          <p:nvPr/>
        </p:nvSpPr>
        <p:spPr>
          <a:xfrm>
            <a:off x="3733800" y="6057900"/>
            <a:ext cx="11277600" cy="1676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4EA41D5-3EC5-F68C-E6B2-7EDFB0F60A0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5011400" y="6896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7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F7148-57AD-7A05-CDD7-72CDCCE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(1/ 10)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E2CB0-CC2D-CCCD-F8FD-0E51C1AD2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46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93F20E-3F7C-1097-CC63-966E525BA58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刪除這三個檔案 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pic>
        <p:nvPicPr>
          <p:cNvPr id="15" name="內容版面配置區 6">
            <a:extLst>
              <a:ext uri="{FF2B5EF4-FFF2-40B4-BE49-F238E27FC236}">
                <a16:creationId xmlns:a16="http://schemas.microsoft.com/office/drawing/2014/main" id="{59FC4408-9B93-AFAB-E9A1-8E47F6FA50F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rcRect b="10646"/>
          <a:stretch>
            <a:fillRect/>
          </a:stretch>
        </p:blipFill>
        <p:spPr>
          <a:xfrm>
            <a:off x="1221278" y="2320408"/>
            <a:ext cx="7010835" cy="6629599"/>
          </a:xfrm>
          <a:prstGeom prst="rect">
            <a:avLst/>
          </a:prstGeom>
        </p:spPr>
      </p:pic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38D24083-CB5A-46E5-E9A2-9B2D9ED7F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0" y="2432855"/>
            <a:ext cx="8910404" cy="37338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C422F21-57C6-95DE-5B8A-FD6658B085DD}"/>
              </a:ext>
            </a:extLst>
          </p:cNvPr>
          <p:cNvSpPr/>
          <p:nvPr/>
        </p:nvSpPr>
        <p:spPr>
          <a:xfrm>
            <a:off x="2895600" y="4381500"/>
            <a:ext cx="2743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8EA7CA-8855-2176-9EC8-F608E37B54B5}"/>
              </a:ext>
            </a:extLst>
          </p:cNvPr>
          <p:cNvSpPr/>
          <p:nvPr/>
        </p:nvSpPr>
        <p:spPr>
          <a:xfrm>
            <a:off x="2895600" y="5330406"/>
            <a:ext cx="3505200" cy="727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780731-FC81-7E42-DB7D-AA40D3937751}"/>
              </a:ext>
            </a:extLst>
          </p:cNvPr>
          <p:cNvSpPr/>
          <p:nvPr/>
        </p:nvSpPr>
        <p:spPr>
          <a:xfrm>
            <a:off x="11201400" y="3172820"/>
            <a:ext cx="3733800" cy="370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A7E7-3427-EB50-ECCE-18130BC8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8744DF-7ED7-B84D-8E50-D3ED05D8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88AA-BC65-E511-CBDD-4366B8E9A3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Srartup</a:t>
            </a:r>
            <a:r>
              <a:rPr lang="en-US" altLang="zh-TW" dirty="0">
                <a:solidFill>
                  <a:srgbClr val="FF0000"/>
                </a:solidFill>
              </a:rPr>
              <a:t> code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4FC1970-7FBD-3C48-B477-6B3E73F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(2/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8A2CFDA3-FB1B-D936-F79F-060E95BA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45D4B1-FEDA-8FBE-05FA-E3CF899CC898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281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33C-D4EA-8C76-BA8B-6AD07221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8">
            <a:extLst>
              <a:ext uri="{FF2B5EF4-FFF2-40B4-BE49-F238E27FC236}">
                <a16:creationId xmlns:a16="http://schemas.microsoft.com/office/drawing/2014/main" id="{8747E2A1-79CD-45D7-1FC7-5CB45C5D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3004"/>
            <a:ext cx="6255035" cy="642193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2F6D40-C206-1291-8E7F-E4043EAE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6431D-5B1E-B279-D120-AA2FF9621E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HT32F675x5_FWLib_V1.0.7f_425\sources\device\ht32f675x5\Source\</a:t>
            </a:r>
            <a:r>
              <a:rPr lang="en-US" altLang="zh-TW" dirty="0" err="1"/>
              <a:t>gcc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>
                <a:solidFill>
                  <a:srgbClr val="FF0000"/>
                </a:solidFill>
              </a:rPr>
              <a:t>startup_ARMCM33_gcc.s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2C29E7A-DE5F-27CD-21E7-1C2E050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(3/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66700A-BF36-05B6-5AAF-944B27D4A4EA}"/>
              </a:ext>
            </a:extLst>
          </p:cNvPr>
          <p:cNvSpPr/>
          <p:nvPr/>
        </p:nvSpPr>
        <p:spPr>
          <a:xfrm>
            <a:off x="6324600" y="3162300"/>
            <a:ext cx="19812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B86CF5CD-C37E-292E-6FD9-B666DBDE1A97}"/>
              </a:ext>
            </a:extLst>
          </p:cNvPr>
          <p:cNvSpPr/>
          <p:nvPr/>
        </p:nvSpPr>
        <p:spPr>
          <a:xfrm>
            <a:off x="4723125" y="28150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8F997D2-03B4-FF8F-22CE-3ED4E8B84809}"/>
              </a:ext>
            </a:extLst>
          </p:cNvPr>
          <p:cNvCxnSpPr>
            <a:cxnSpLocks/>
          </p:cNvCxnSpPr>
          <p:nvPr/>
        </p:nvCxnSpPr>
        <p:spPr>
          <a:xfrm>
            <a:off x="5637525" y="3272241"/>
            <a:ext cx="712475" cy="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6AFD277F-51BA-BAC9-4C47-6A40A14FD004}"/>
              </a:ext>
            </a:extLst>
          </p:cNvPr>
          <p:cNvSpPr/>
          <p:nvPr/>
        </p:nvSpPr>
        <p:spPr>
          <a:xfrm>
            <a:off x="12246117" y="659150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0E7F1C-8628-551F-2B3D-0B83118280AA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582400" y="7048701"/>
            <a:ext cx="66371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2038E72-3E36-DE23-8E29-1778E47DDB76}"/>
              </a:ext>
            </a:extLst>
          </p:cNvPr>
          <p:cNvSpPr/>
          <p:nvPr/>
        </p:nvSpPr>
        <p:spPr>
          <a:xfrm>
            <a:off x="10668000" y="6896100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2417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055D-A62C-CD0C-4554-4BC253A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A55520-06F0-64AF-908D-7C5D78210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58B28-74DB-F08A-EA9E-D937DE07CC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lib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5F329543-D1BF-0FBE-DDE1-84A3ABC4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(4/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CA72C6F0-E08D-F9CC-99A6-4BC05981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B11CED-85BD-484C-ED8E-0F9DA43F0C99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699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EC8C-4126-6C15-C54E-FDC28CF4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5CE9058-9AA4-4DAD-D50A-DFD3B4B7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97" y="2004639"/>
            <a:ext cx="5663503" cy="56534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993828-CB98-3E51-9AD9-F219990C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D393B6-511B-B10D-23F0-011EF34CC4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\libraries\patch</a:t>
            </a:r>
          </a:p>
          <a:p>
            <a:r>
              <a:rPr lang="zh-TW" altLang="en-US" dirty="0"/>
              <a:t>選擇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9E41A048-577A-7E02-DC66-56CF7476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(5/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1D3D6-53D9-AB79-0953-64380DD854C2}"/>
              </a:ext>
            </a:extLst>
          </p:cNvPr>
          <p:cNvSpPr/>
          <p:nvPr/>
        </p:nvSpPr>
        <p:spPr>
          <a:xfrm>
            <a:off x="6477000" y="3487738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E3C6F65-199C-27AA-C7BD-A94243F997F2}"/>
              </a:ext>
            </a:extLst>
          </p:cNvPr>
          <p:cNvSpPr/>
          <p:nvPr/>
        </p:nvSpPr>
        <p:spPr>
          <a:xfrm>
            <a:off x="4670783" y="31513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F3B2DD4-07C2-99FF-6FBE-BD8DB7CF21F6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585183" y="3608590"/>
            <a:ext cx="8918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6E6E83E-2405-D49F-E439-731E7C26B81B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E9AA53-2B63-600F-AB30-3401696392F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AB9137E-F7E3-AFE4-6226-CEDCD2FFFF59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552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68B1-DDDC-CC74-BC93-7A6929E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158933-E60B-6B8D-7205-F0A6AB0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07" y="2313020"/>
            <a:ext cx="5096586" cy="53633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0A21B-054E-638A-6F19-540186D76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DF84C8-24B7-B309-4454-9DE38393D2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\libraries\rom</a:t>
            </a:r>
          </a:p>
          <a:p>
            <a:r>
              <a:rPr lang="zh-TW" altLang="en-US" dirty="0"/>
              <a:t>選擇 </a:t>
            </a:r>
            <a:r>
              <a:rPr lang="pt-BR" altLang="zh-TW" dirty="0">
                <a:solidFill>
                  <a:srgbClr val="FF0000"/>
                </a:solidFill>
              </a:rPr>
              <a:t>ht32f675x5_rom_lib_mp_r2.a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EAE39DDE-4B6F-4F40-5975-0B09847A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(6/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C91865-320C-E883-CF4D-4B5F57BA8C4B}"/>
              </a:ext>
            </a:extLst>
          </p:cNvPr>
          <p:cNvSpPr/>
          <p:nvPr/>
        </p:nvSpPr>
        <p:spPr>
          <a:xfrm>
            <a:off x="6629400" y="3695700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7CB4A23-43A6-A85D-DC48-FDA9B9031CB5}"/>
              </a:ext>
            </a:extLst>
          </p:cNvPr>
          <p:cNvSpPr/>
          <p:nvPr/>
        </p:nvSpPr>
        <p:spPr>
          <a:xfrm>
            <a:off x="4495800" y="335935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66C5DA-8495-215E-4034-341C5C6FEC75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410200" y="3816552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A302527-B92B-E762-EBCE-1F5107A94C03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F7674C0-964D-C422-1689-CBD5E341327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1388092-1E97-2389-7328-B820FB417A7D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1411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397-2436-F689-9084-9D96B65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6455D7-434C-CA9F-B28C-F530B13C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87" y="3069523"/>
            <a:ext cx="9804920" cy="41451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179972-18A1-439C-9743-82DD957D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CB87F-84A6-53F2-5C2F-212FD94C2A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ht32f675x5_patch_lib_mp_r2.a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BECB1A4-3F8B-0A84-B673-80544EB2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(7/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568837-DC46-8446-DF0C-6C962C6C19E7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86691D7-3D8E-5AB9-3FD0-A330717298A4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F36DFAB-E9CC-9F8D-23F3-DCC3F6C5BC12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836218A4-DE16-B014-4EFD-452B557B291D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DA93049-0F50-7CAF-7740-22DC20AE6755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76918FD-3AAF-E3D6-8BF9-548B2496AA40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18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4D5-6131-105E-7288-18F0654B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5C84172F-D639-34B1-440B-07F54642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02" y="1866900"/>
            <a:ext cx="7926490" cy="6020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02860C-BF50-BA54-C675-F6D5C256F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75847-C2B4-603E-E137-829CFF6B71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6D3686B-0507-0685-47D4-0225EB4F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(8/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20F69-1479-F801-9CB5-3B596EE96E80}"/>
              </a:ext>
            </a:extLst>
          </p:cNvPr>
          <p:cNvSpPr/>
          <p:nvPr/>
        </p:nvSpPr>
        <p:spPr>
          <a:xfrm>
            <a:off x="8534400" y="3124200"/>
            <a:ext cx="469802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99C2529-A17B-7306-6CC6-F1E981260C50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B010B7B-2F25-B7A9-E916-DD24CEFB9266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9004202" y="3314700"/>
            <a:ext cx="8255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FEC9AA20-B667-B0C9-E8EA-AD2AE365E0F8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C5FAFD1-D606-1D9B-EE00-12B0405EC041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9A07F90-A70A-47F7-28A9-52A67DF0C4D6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9839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2988-6421-0038-5CD2-F6FC0FF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68D796-E1DD-67B6-5695-C5BA3158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2857500"/>
            <a:ext cx="10074594" cy="42817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3B3B3B-6BDC-8790-A3DE-319D1CEF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7CF34-E643-EA50-02B1-D5A78C4D21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ht32f675x5_rom_lib_mp_r2.a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85B8DFE-7FD1-2ACB-2517-E90C391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(9/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AC9DE6-B1FC-5C6F-1FD8-6FB6A2396A23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A423775-97BB-974C-BD6D-2C89C1FB12EB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3E3AD-D716-BBA5-EB67-A47EDA69BEC3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DEF0635-FF63-BFBE-2BB1-98D12F4A3E5B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8D0B5F8-BE02-F0D4-506F-CAFC8782AD5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33DCB19-18E2-29F2-E4D9-27DF344799E4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992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1E43-FC9D-0188-CC1D-612C5FE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639C35-CC78-980F-6395-6FC4CE23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600" y="2027237"/>
            <a:ext cx="7547203" cy="58248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4F73D-4F51-DBCA-DD85-4097147C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F07-6CB8-C2F2-8DA6-6DDB834C3F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3B83D37-27C3-BC0F-0EBF-B3D8D422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(10/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9D8CC-6050-3296-6BF6-2BA5686A64D9}"/>
              </a:ext>
            </a:extLst>
          </p:cNvPr>
          <p:cNvSpPr/>
          <p:nvPr/>
        </p:nvSpPr>
        <p:spPr>
          <a:xfrm>
            <a:off x="8534400" y="3238500"/>
            <a:ext cx="228600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38102B0-0FCE-1A98-8874-36F354359073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7F6D8D-559E-F64C-8F65-6CE3E7711DA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763000" y="3314700"/>
            <a:ext cx="1066800" cy="5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E378D5BF-41BB-D211-123A-5D18AAAD9052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14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684E2B6-277E-808E-26D8-D54E075BCFE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2CE51D-09BF-FF10-57C5-720C8DB25542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9330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7159-73D5-5A50-A05D-599C18E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D18F69C0-4AE4-BBF3-AF51-C17760AB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28" y="1803818"/>
            <a:ext cx="6346637" cy="58725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8FDB39-274D-DA7D-1E22-359C79955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DB2A3-6FF1-79A6-7E75-19F95C7DEA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E821D4A-BEDC-7EF9-4EE5-71F766CE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16191-819C-8C0B-18A5-9E5ADC012B7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26D1E4F-5470-AE6C-4457-B310E2F1AF50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000275E-D515-CFD7-5301-5F5AB734B40D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E01C1743-7620-F0F4-EE13-C4BDD0253985}"/>
              </a:ext>
            </a:extLst>
          </p:cNvPr>
          <p:cNvSpPr/>
          <p:nvPr/>
        </p:nvSpPr>
        <p:spPr>
          <a:xfrm>
            <a:off x="5257800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DFEC0D-C301-12C6-E03C-B26F0EFFB4A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72200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CBE02AA-2B8A-69C8-2C64-34536706B42A}"/>
              </a:ext>
            </a:extLst>
          </p:cNvPr>
          <p:cNvSpPr/>
          <p:nvPr/>
        </p:nvSpPr>
        <p:spPr>
          <a:xfrm>
            <a:off x="6807299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288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5635-1D86-6E54-5653-E02F924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DFECD4-2224-5860-5019-D9A1DE0F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83598-DFB1-767C-72D6-AA0F486AA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646DF-013F-AB62-3B18-2AEB4EECFF8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0" y="7696586"/>
            <a:ext cx="18288000" cy="660399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BA558388-D6AD-249F-7578-014A3C65E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540159"/>
          <a:ext cx="3048000" cy="3501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447657" imgH="514350" progId="Package">
                  <p:embed/>
                </p:oleObj>
              </mc:Choice>
              <mc:Fallback>
                <p:oleObj name="封裝程式殼層物件" showAsIcon="1" r:id="rId2" imgW="447657" imgH="514350" progId="Package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BA558388-D6AD-249F-7578-014A3C65E7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7400" y="3540159"/>
                        <a:ext cx="3048000" cy="3501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1B192E9F-5B81-0E48-827A-2F18B3EE7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309" y="3086100"/>
            <a:ext cx="8861475" cy="39560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DF7DF29-A1AA-06AD-E625-BE808F5774CF}"/>
              </a:ext>
            </a:extLst>
          </p:cNvPr>
          <p:cNvSpPr/>
          <p:nvPr/>
        </p:nvSpPr>
        <p:spPr>
          <a:xfrm>
            <a:off x="6934200" y="6381715"/>
            <a:ext cx="3048000" cy="501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39753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AD7F-91F3-CBD1-0938-EE2A98DD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6DFA8BFD-0F5B-8FF8-8C1A-5622BAA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F62A168-49F3-4DF5-E3CD-9B6932B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C9395-FBEE-F1F2-CAF5-BC488BC7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0F76-B36A-7794-BB0C-27165BA5C56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6459D-0761-5583-3C70-09B1FAC518C6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7E8C7DC-418B-44C0-67AF-96B9195BB8D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4F67CE2-5D0B-58D2-7111-03A0FA2C699D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7FFC805-55A7-5F8C-FC43-B2AA9497519C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A07B600-785D-4926-2470-44762719F64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F1298BA-284B-B068-9545-2D5D2E83EF7A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70422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7C4-1FB1-EB64-8281-AB76A002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BB2F1AD-6303-A4C7-782D-A5D62BBE59E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ei_main.cpp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D2A108-A2AA-5A52-0771-BC03FC4F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ei_main.cpp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7AFFA-651A-E6AD-A836-96BDAF491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59</a:t>
            </a:fld>
            <a:endParaRPr kumimoji="1" lang="zh-TW" altLang="en-US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9F2539C8-BF6D-9751-EEF1-7F9D662CB9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5350" y="3392487"/>
          <a:ext cx="5577299" cy="350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819316" imgH="514350" progId="Package">
                  <p:embed/>
                </p:oleObj>
              </mc:Choice>
              <mc:Fallback>
                <p:oleObj name="封裝程式殼層物件" showAsIcon="1" r:id="rId2" imgW="819316" imgH="514350" progId="Package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9F2539C8-BF6D-9751-EEF1-7F9D662CB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5350" y="3392487"/>
                        <a:ext cx="5577299" cy="350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7277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838E-FF4C-A473-9A22-098B5F1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A621FA-38B2-9C6D-2BE9-F785FDD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4204C8D-D69C-92D8-17FB-F88C7FD0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058A3C-53B1-5C84-BF40-7FD6CBFF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4516B-C010-3C8F-07A5-8A104BED784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D53DF-2FF0-3E0D-FB62-B7F66FC233D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E839C07-7E84-047F-BF23-36A1E8E472D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3D9CD-46AD-4C6C-9C69-280C3FF15D79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377B527-B61C-AF8A-DBBE-F0FA0EA869F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0859BCD-C512-3417-327A-E9EBCFB538E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A9A6116-2061-952F-4007-27F5EF6ED449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8147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ECFB-F8C9-DF82-3AB9-0F15598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752A10-3C6F-07BC-D18F-6A688F8B461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45FAC2-E101-0329-6502-585477B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ei_main.h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A61AE-CBD4-2E5E-4A50-CADA1FF23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61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6BF0AE76-6296-3416-E4B6-9AEFDCF44E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3531358"/>
          <a:ext cx="4000500" cy="3224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38171" imgH="514350" progId="Package">
                  <p:embed/>
                </p:oleObj>
              </mc:Choice>
              <mc:Fallback>
                <p:oleObj name="封裝程式殼層物件" showAsIcon="1" r:id="rId2" imgW="638171" imgH="514350" progId="Pack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6BF0AE76-6296-3416-E4B6-9AEFDCF44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43750" y="3531358"/>
                        <a:ext cx="4000500" cy="3224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9863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B755-E48D-F247-2388-0ED007D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8C0AAA-7158-1B5C-9493-ED36515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0F12FAE-10D0-976E-5572-8D8ED9CE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21A7E5-BF4D-ED9B-0908-8E5D339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6B56B-02DE-175D-C9F3-829BAEFC54D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81BBD-A0C2-F3CE-E9D9-BAC5D0ECEC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C8628F6-0424-24B4-34CF-DC795106A0B1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920094-D951-2376-35D6-A168C4E7040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7CAE0FBD-0ABE-8C6F-54CB-DFBD2F8A920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5243D80-B4C0-4536-88D0-D1919E3DBED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998D46E-C1DA-042C-D426-7E86E30DF5A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668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5981-D8B7-2A2E-3DFA-501EC5FF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49AD3D3-8439-EDD3-A9B4-6BEB9280D84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9774A06-74E9-9DE7-C572-57D16B0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3E12F-ECB6-7828-5114-6E7F9121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63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60075A8-B5AF-3E95-FD58-4C650080EF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3394710"/>
          <a:ext cx="2590800" cy="349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B60075A8-B5AF-3E95-FD58-4C650080E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48600" y="3394710"/>
                        <a:ext cx="2590800" cy="3497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DB1-392E-C76A-2435-3AA57429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E0E6EF2-08C7-9DFA-C11E-C3EDBEC5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414E670-BF9E-B667-74ED-D1289EDC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35C636-3FA8-80C4-27C0-921EA8F2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8C188-3ED4-7DC3-6338-8E7CDC27B68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A0B85-7347-EDBF-3A56-8AA86EB68B5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2291B82-88D9-2EAB-194F-03AB1F0FC23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B32437B-CBD7-D729-016A-C0847713FB2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0A7F141-27EC-64E0-E4B9-3406D238DE69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FD34BB9-AB95-BCFA-5980-90B1F5E0F6AE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7153980-FB77-62CA-F3DC-84632324FA40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222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5904-DC12-9A6E-A28D-704687CB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799E10-3618-1940-D846-B667AE348DA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218019A-E808-4361-5C95-495742B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18DE7-FD73-B13E-664B-1C8B23C9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65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45B582DB-F32C-BBB9-FA08-F8DCA5E07E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0" y="3471862"/>
          <a:ext cx="2476500" cy="334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45B582DB-F32C-BBB9-FA08-F8DCA5E07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05750" y="3471862"/>
                        <a:ext cx="2476500" cy="334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7087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8F7A-9613-3DAE-9E6B-5FB4758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D00D97D-0C77-244D-D49D-86B7F42B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9BFCC9C-515C-DABA-F898-BE51034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9F552A-7513-61C8-7C15-AEE6D686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119F6-97B6-22E8-3499-D13BBEBAB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D1568-C908-8DCD-3D11-86C4FB408909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EFE1424-AE5C-FD08-CF99-DD52FD69B3E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8A30C79-577F-828C-D984-75A23D45D7A4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ED295A1-C53E-6309-F232-6081DDBA4DC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A83F0A-E058-6416-C1B0-367C3A0AD6D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BC41F78-2536-8BAC-D875-1A476C9C93D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14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973F-3E36-3D54-6CAB-F94F60B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2917059-E3C2-FC37-79B1-E9EC0CA50D1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71A865-507C-11DB-5252-D5A616B5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1DF5ED-07C1-DCCB-DCF5-A566B6E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67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7D6919FE-BCD6-71E7-0566-E91A95D76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6119" y="3744912"/>
          <a:ext cx="4195762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7D6919FE-BCD6-71E7-0566-E91A95D76C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46119" y="3744912"/>
                        <a:ext cx="4195762" cy="279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2718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E387-381C-E3ED-5EBE-1C3222F7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CBE59E5-4A87-DC29-3B55-D43CBB44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498F39E2-A4A6-2067-1A8E-EDCBD429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455665-CE78-4DEA-249B-21EEA2A7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94E2A-6AE0-65E4-E159-24F2C328E1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DA643-958E-4B09-21E1-0FB95BB4662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59EE23E-4216-9805-8B97-C0017388B447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2E156D4-4DBA-92EC-7001-3DEE590E39B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5E3107F-6133-C073-3356-04A44859301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9924150-436C-D556-6654-2146D626B17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CF2B9D4-7E83-2AA8-4404-2573EAEC4771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276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D9B9-58D4-A309-A7E6-4C83759C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E0A9A02-1E78-3DFD-D156-670476004A7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LSM6DS3.h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3C506F8-AB13-7EAF-69F3-749AFAE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280E20-580F-05E8-A84D-E71078B6A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69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710E6A3D-3390-189C-FF3D-A246459E8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283" y="3738369"/>
          <a:ext cx="4267433" cy="2810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710E6A3D-3390-189C-FF3D-A246459E84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10283" y="3738369"/>
                        <a:ext cx="4267433" cy="2810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0144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DA66-15C2-A5CD-D6A5-A249E93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20A648-9FD5-EB53-4C15-E402552A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190D2DC-908A-819C-AABA-9235F04E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5D7257-077A-13B7-8ADD-1AA0B69D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CECA8-F648-C860-527A-DCDA29BBA1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618A8-7A4F-7B6D-E0FC-8C11A344F45E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BE1A851-123D-BE53-0E06-0088160103D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0D88386-001A-3CD6-DCF5-622879E316C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69D37E36-136C-3234-6998-F787F0A36E5E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479A29F-56FC-CF1A-AC8A-36AD2842342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EA4DA6C-B4C6-C314-3D24-8A365CC8203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9058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6E3-B042-B734-C5C3-CA42A38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92B38B-F1B8-D17F-2510-A0A2364472A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F4A46A-366C-2DFF-7140-E6A3F6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62147C-30B8-6466-71BA-6A2CB9B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71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4BDDF4D7-983C-7D71-1CE3-83FFF236C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0510" y="3871912"/>
          <a:ext cx="5886979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4BDDF4D7-983C-7D71-1CE3-83FFF236C9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00510" y="3871912"/>
                        <a:ext cx="5886979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7294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C838-9547-9067-F4DF-8FCC9CB6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848FBAA-E636-185C-AAD5-BA8D49D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8546DF69-4530-5B41-B3D7-16258349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443FB2-D579-B567-AF26-142E9B10E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8D6B9-FB1B-836D-3200-DE2BF756A2A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499C93-5503-E0C7-E708-5BFA75767FF2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403B62D-B1AC-4D43-C38E-C9340B147FA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91D876A-DA6B-3B62-B32E-AE367B3EE28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74A06A3-F815-748B-CAED-DB8A0610D14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FD5C9B-5B9F-3D88-0DCE-C3CB1B64A43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A5315A7-5DCA-A3CD-48B1-EF7ED44BCC93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893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A53B-3CB7-9E97-FE8A-D87C2B8F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36584D-0F3B-E30D-E40B-BFF21B311F2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6F3B7BA-8F21-37CA-5A38-C819D6B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C7F096-E48F-455D-AA93-C0D00B6F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73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00DA9C0-BDC4-DDAA-5B31-8430A8898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0362" y="4100512"/>
          <a:ext cx="4867275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A00DA9C0-BDC4-DDAA-5B31-8430A8898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10362" y="4100512"/>
                        <a:ext cx="4867275" cy="208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4055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C0B8-AB02-398A-D58F-85AFC54D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B02683E-6716-0965-B1D9-79F2A7BA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386616-5733-B86A-693E-18634DE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43B3A2-A3CE-6CD4-8208-E51F2A15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BDF0CA-B3B5-2E81-4CBE-58056BF4FF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FB1E-E673-F170-DD24-08B2B0377E4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7D24A46-7242-9F10-4C2D-6DB948FDA7A2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6C7D5D-522A-7F43-54F5-909DEC75C713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1366005-F72C-0BE1-5CF4-08AC763AD91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2C5A1AE-C826-D7DB-57F8-5039736C2D0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CACF9A-22B7-CABB-A39D-6E42AE15CCC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8409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36B5-7EC0-57AA-BCF5-719C320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8AA07-B118-C44D-4D51-5BD2FC2C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75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E344A6D-7FC5-1AC9-1093-AC0CF1FDFBF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595B0E1-A8D1-FDA7-C3C9-D67751EC3895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093563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3F-6F68-0DFD-ECB6-E0AEC6CF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5A5DD1-5457-DBCB-51CF-E148B0A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372" y="1562100"/>
            <a:ext cx="6905919" cy="673405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FB1281B-CABB-AB21-F63C-02C1EDF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 </a:t>
            </a:r>
            <a:r>
              <a:rPr lang="en-US" altLang="zh-TW" sz="6500" dirty="0"/>
              <a:t>CP 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D6CD7-513A-B341-EF3E-70A3AB30B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76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5923750-7760-FAEA-A0A6-A83259E1162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ble_peripheral_cp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C8B50-C892-FB42-3C5F-662007529A94}"/>
              </a:ext>
            </a:extLst>
          </p:cNvPr>
          <p:cNvSpPr/>
          <p:nvPr/>
        </p:nvSpPr>
        <p:spPr>
          <a:xfrm>
            <a:off x="6645343" y="2694296"/>
            <a:ext cx="2480645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84026D4C-D1D6-D4DC-D501-F7FE346ADC0E}"/>
              </a:ext>
            </a:extLst>
          </p:cNvPr>
          <p:cNvSpPr/>
          <p:nvPr/>
        </p:nvSpPr>
        <p:spPr>
          <a:xfrm>
            <a:off x="3703672" y="2476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9BCF22-5AC3-C80F-2E7E-DC0AA822136C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 flipV="1">
            <a:off x="4618072" y="2922896"/>
            <a:ext cx="2027271" cy="108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DAB6517-5734-5568-66B9-29A2A94D6C13}"/>
              </a:ext>
            </a:extLst>
          </p:cNvPr>
          <p:cNvSpPr/>
          <p:nvPr/>
        </p:nvSpPr>
        <p:spPr>
          <a:xfrm>
            <a:off x="9162012" y="2933700"/>
            <a:ext cx="2648988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90ED855-F3C8-D0E0-31BD-AA7E8BF28059}"/>
              </a:ext>
            </a:extLst>
          </p:cNvPr>
          <p:cNvSpPr/>
          <p:nvPr/>
        </p:nvSpPr>
        <p:spPr>
          <a:xfrm>
            <a:off x="12649200" y="270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249CCA-90FF-2811-A79B-A7C14B7F1A2C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1811000" y="3162300"/>
            <a:ext cx="838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089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551-5845-FF3A-9700-2381607F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9BF4D6-05E9-00B2-E2EB-EC8E4E89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2" y="1767916"/>
            <a:ext cx="6758399" cy="600503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45B6EA-B80D-20D1-D06A-F451BA5A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F62A-C77B-4C01-CA85-9D5B787FD1A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app_main.c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2E6940AD-49EF-83F9-D6B3-1EC21A0F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78751-0842-316C-BB57-516CC4C994D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43E3251-E0C1-C5E4-9990-B176EEEB66A5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071AC4-8F74-C6B5-83BC-7E8A7D29A078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28277EA-0B64-EC51-573F-2FF507CE6EA2}"/>
              </a:ext>
            </a:extLst>
          </p:cNvPr>
          <p:cNvSpPr/>
          <p:nvPr/>
        </p:nvSpPr>
        <p:spPr>
          <a:xfrm>
            <a:off x="5230908" y="479147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3A7E677-C9BB-B32C-7BB6-BEAE2865FF4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45308" y="5248675"/>
            <a:ext cx="917602" cy="34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C9DA5B-7FB1-C6F4-C6B0-FFB8A99F1C63}"/>
              </a:ext>
            </a:extLst>
          </p:cNvPr>
          <p:cNvSpPr/>
          <p:nvPr/>
        </p:nvSpPr>
        <p:spPr>
          <a:xfrm>
            <a:off x="7062910" y="5137801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4038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ABE-C0BF-4FE8-FC9C-1BD21090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E6B59453-7055-B87C-E51E-6B8FAC10424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C2B463-99F4-EF54-D884-F49D255F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3864D-039C-8D3B-9C64-AD39662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78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709B77D5-0638-663A-EF96-78400EE7F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557905"/>
              </p:ext>
            </p:extLst>
          </p:nvPr>
        </p:nvGraphicFramePr>
        <p:xfrm>
          <a:off x="6582686" y="3456781"/>
          <a:ext cx="5122628" cy="337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82686" y="3456781"/>
                        <a:ext cx="5122628" cy="337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5285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478-8914-882E-3500-00D1AE4D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D5B0852B-2C86-AF78-29D4-A1789AE0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9217"/>
            <a:ext cx="6596441" cy="61674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9887B17-7E98-7E3D-4A72-340AEE0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app_main.c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972365-94FA-E382-C1C0-E31DF1D4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5E4FB-C84B-2849-9231-26F1F0C98D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 </a:t>
            </a:r>
            <a:r>
              <a:rPr lang="en-US" altLang="zh-TW" dirty="0" err="1"/>
              <a:t>app_main.c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509AF0-2842-F6D3-3EDF-2267381D1837}"/>
              </a:ext>
            </a:extLst>
          </p:cNvPr>
          <p:cNvSpPr/>
          <p:nvPr/>
        </p:nvSpPr>
        <p:spPr>
          <a:xfrm>
            <a:off x="7870221" y="5871617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1BD2F50-C050-4BA6-56C5-9CD43DC1CE46}"/>
              </a:ext>
            </a:extLst>
          </p:cNvPr>
          <p:cNvSpPr/>
          <p:nvPr/>
        </p:nvSpPr>
        <p:spPr>
          <a:xfrm>
            <a:off x="12366021" y="55668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D8094D1-91C7-0519-0A3E-90C0C9DC1DD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083223" y="6024017"/>
            <a:ext cx="12827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C403911-E9FD-835B-04CA-B309C5BADCB6}"/>
              </a:ext>
            </a:extLst>
          </p:cNvPr>
          <p:cNvSpPr/>
          <p:nvPr/>
        </p:nvSpPr>
        <p:spPr>
          <a:xfrm>
            <a:off x="4288820" y="47667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108925-9477-0FF8-7214-B36A483CEA0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5203220" y="5223917"/>
            <a:ext cx="1090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75353F-13CC-964C-85AF-BF6915BDB5B2}"/>
              </a:ext>
            </a:extLst>
          </p:cNvPr>
          <p:cNvSpPr/>
          <p:nvPr/>
        </p:nvSpPr>
        <p:spPr>
          <a:xfrm>
            <a:off x="6293281" y="5109617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581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5F05-4387-6464-DCC4-93CCE66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68FD9C-183D-C7C8-40FD-DBCFB2715B3A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C6E19-0E49-F858-A8E4-E8000AC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A37456-DC55-DDD6-8C43-D7528F2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3BB4B1E-9746-7754-20D8-386E08263C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0510" y="3871912"/>
          <a:ext cx="5886979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4BDDF4D7-983C-7D71-1CE3-83FFF236C9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00510" y="3871912"/>
                        <a:ext cx="5886979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1667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973-326B-5123-A876-585E6FDB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1D9500-3DB9-D570-3F6F-96C9AF32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B8694A-D444-4982-34DF-02A753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3FE375-A5A5-42D2-7418-E212CCE8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34B09-B84B-4D69-6C9B-DDCFF1833CD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A4204F-9048-37CF-A6A0-4BDF11655DE3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1EFE9-D861-5FFA-E5BF-8904D298C9B5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94C9FB3-C328-FE0C-2CB5-F22766A1A1E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B34F4B4-FBB9-7869-B7BC-5843AE1CA6ED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04AB9D-B3DE-C1EC-81C0-8BCC2D852E27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B560EC-474D-2D5C-40F4-52DF4FCD9CB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052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22E9-610A-76DB-BE62-CD82E746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61A3A61-4E1D-666D-D326-988627C44654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B4BA9E4-5FE2-C942-F6FB-1143842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FBBD6-2828-5089-ABCE-0657C83B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0022D71E-1BB5-7CDC-8D50-B5DD33EFA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0362" y="4100512"/>
          <a:ext cx="4867275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A00DA9C0-BDC4-DDAA-5B31-8430A8898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10362" y="4100512"/>
                        <a:ext cx="4867275" cy="208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363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08FC-4A98-0E7B-D966-1E58DF86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056324-AD5F-78BD-EA4F-66C7A6F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C067D-E031-BFF2-E2E0-A55AFF80E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C0CCF8-BD73-DDB6-4E16-BF6471EF93F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6551BE-27C8-49FB-B058-8A2B1EE0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86A9B5-9BF9-961E-E58D-40C5ACA25739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4D27BE23-13AD-355D-30D2-68545D74018C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BA714-E146-CB54-91D2-F4A8A637BF2D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DFD50299-F30A-1134-E020-1D65750F6317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A2A234C-0516-564E-B942-42E2E7401282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DE4090A-55E2-98D6-623F-BD09639DFEA7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8434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5EAC-3779-2A72-A2C9-3385DA5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AE79C2C-AF26-10A9-FF4E-30E74746D14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B9C3E-0B8C-CEB9-AD05-7D0E479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E16DD4-AA20-B534-AC31-37F349DD1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46D28844-1689-1856-337F-CECCA676B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3542"/>
              </p:ext>
            </p:extLst>
          </p:nvPr>
        </p:nvGraphicFramePr>
        <p:xfrm>
          <a:off x="4147980" y="3738369"/>
          <a:ext cx="9992039" cy="2810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28800" imgH="514350" progId="Package">
                  <p:embed/>
                </p:oleObj>
              </mc:Choice>
              <mc:Fallback>
                <p:oleObj name="封裝程式殼層物件" showAsIcon="1" r:id="rId2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47980" y="3738369"/>
                        <a:ext cx="9992039" cy="2810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74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9D4-C515-2B37-78C4-9996AEC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6348A39-8A2E-BFE7-4534-6AFFB3F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867BE8-3FE2-A098-2D2A-DFEBD991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CD458-18E0-3BA6-EBE5-FEDB57CC1C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49BDE5-298A-E878-D0EB-BFAE12B4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CBFD28-3DCA-B2B3-A389-7E2B3D30A878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5686BC64-3ECE-1FDF-C0CA-F385FACAEA1A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95DFECF-2662-01BB-27B1-F0019474128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F70784A-E6C8-A40B-FC10-4CCD8DD4B128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3849C4F-10CB-B2A9-715A-4CD9390F555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6B4B7BA-085E-0D74-54FD-26177C0221BC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728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144-C69B-342A-6D9C-F46538FA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F568E76-8453-FAE6-5E7E-18EE1A38C4A7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36A162-4C6C-8975-C67F-BC6786E2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EA21D-EDC0-BAF5-E173-CCF6A388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86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78C6173F-51DB-01E5-0CBA-21E1431533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415628"/>
              </p:ext>
            </p:extLst>
          </p:nvPr>
        </p:nvGraphicFramePr>
        <p:xfrm>
          <a:off x="5007768" y="3986212"/>
          <a:ext cx="8272463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38170" imgH="514350" progId="Package">
                  <p:embed/>
                </p:oleObj>
              </mc:Choice>
              <mc:Fallback>
                <p:oleObj name="封裝程式殼層物件" showAsIcon="1" r:id="rId2" imgW="183817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7768" y="3986212"/>
                        <a:ext cx="8272463" cy="231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200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EC98-0819-89CF-5436-28903889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F21190-E749-987F-9149-37E1C8B0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FE0312-E703-4BE6-6D3D-787A6BD37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8E105-61D6-38BD-FD37-A051E94F4DE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AADFA0-8145-22D8-E2F9-721BBE37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C6E429-86BA-BD88-B344-EE82270D30A4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2E089903-5106-94BC-A96B-F19CE14CFCA9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1ABE6F-B3D7-F830-E481-9A66A006BB30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80385819-8F55-DD86-3CD3-88F1BFB8ABF2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358B098-B45A-4917-E81C-EF9842136199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A223326-6373-2D8D-932D-6B85B7111FD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612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411D-998B-390F-70EE-FA45335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4C03556-6FD6-C6A9-9987-6DC703C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AFFC3D-C126-0643-A495-C70A47AC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394B9-63CC-9739-68A0-973056F58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A0876E60-4B36-3CD1-0274-79DEDC4A8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247242"/>
              </p:ext>
            </p:extLst>
          </p:nvPr>
        </p:nvGraphicFramePr>
        <p:xfrm>
          <a:off x="6727031" y="3305242"/>
          <a:ext cx="4833937" cy="3676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27031" y="3305242"/>
                        <a:ext cx="4833937" cy="3676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864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14C-CAA9-2050-D570-AD173709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57BBFD4-C367-DB24-4CDD-35D33FA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511AD3-084B-332C-8F65-552DEA84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3842B-6111-E729-A6BE-B81D5EBD0C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AF8E406-834C-47DC-41DB-DCD52637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44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A287-47BF-AFE0-D9ED-455DDD5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4AB4199-84A6-A1EE-3FBA-6E183318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729C90-BE7D-7F4C-B1DE-A082AC193F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8701A4-51B3-C4B6-2755-02CB9C2F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90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937D52-B968-1F75-6037-642CF80F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6D4E5-83CF-5C99-252C-785A8890801D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2A1953-E755-F6AA-B7DC-55D131EE155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982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91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8A86C7-1020-05E5-98D1-18E927CAE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43"/>
          <a:stretch>
            <a:fillRect/>
          </a:stretch>
        </p:blipFill>
        <p:spPr>
          <a:xfrm>
            <a:off x="2476500" y="2860472"/>
            <a:ext cx="13335000" cy="45690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89640E8-955C-3D65-3F35-CB821847D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783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C58-07D0-6F69-2D01-2EB8C9E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D370AB-FD0F-D7C8-4AE6-E03308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303F0-3478-5A2C-98C4-C4A404F3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92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8696640-6701-3C3E-304B-200034B51AC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1072BF-FB0C-14DA-6E45-E10228B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F6B6B9-FF6A-A1F8-44A4-570DC92501A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BF1D684-F635-9DDF-7BA7-66E189BCB419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CA6C5F4-9ADE-9B33-E306-E7B93FBBD734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3146E7-8701-13DA-9E8F-74087BA71D85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2097987F-B43F-AB02-86E1-BA48DAB0B0B9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8DD6690-DEE4-3C17-45C5-3DE8743C52A6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114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83A72-27DA-B34A-5B69-CA4869E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7DD6E-00C7-62CF-E2F5-3F0E39BC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修改 </a:t>
            </a:r>
            <a:r>
              <a:rPr lang="en-US" altLang="zh-TW" sz="6500" dirty="0"/>
              <a:t>ble_peripheral_mp.bat</a:t>
            </a:r>
            <a:r>
              <a:rPr lang="zh-TW" altLang="en-US" sz="65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3F0E84-A635-4217-6921-693668AB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93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626D8-E47A-37FA-20EE-F095F178EF3D}"/>
              </a:ext>
            </a:extLst>
          </p:cNvPr>
          <p:cNvSpPr txBox="1">
            <a:spLocks/>
          </p:cNvSpPr>
          <p:nvPr/>
        </p:nvSpPr>
        <p:spPr>
          <a:xfrm>
            <a:off x="19050" y="7580313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 </a:t>
            </a:r>
            <a:r>
              <a:rPr lang="en-US" altLang="zh-TW" dirty="0"/>
              <a:t>ble_peripheral_mp.bat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</a:t>
            </a:r>
            <a:r>
              <a:rPr lang="en-US" altLang="zh-TW" dirty="0"/>
              <a:t>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endParaRPr lang="en-US" altLang="zh-TW" dirty="0"/>
          </a:p>
          <a:p>
            <a:r>
              <a:rPr lang="zh-TW" altLang="en-US" dirty="0"/>
              <a:t>取代 </a:t>
            </a:r>
            <a:r>
              <a:rPr lang="en-US" altLang="zh-TW" dirty="0">
                <a:solidFill>
                  <a:srgbClr val="FF0000"/>
                </a:solidFill>
              </a:rPr>
              <a:t>ble_peripheral_mp.bat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B5C4866-60C6-C5A1-AC85-39512E538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162281"/>
              </p:ext>
            </p:extLst>
          </p:nvPr>
        </p:nvGraphicFramePr>
        <p:xfrm>
          <a:off x="5844478" y="4029911"/>
          <a:ext cx="6599043" cy="222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24116" imgH="514350" progId="Package">
                  <p:embed/>
                </p:oleObj>
              </mc:Choice>
              <mc:Fallback>
                <p:oleObj name="封裝程式殼層物件" showAsIcon="1" r:id="rId2" imgW="15241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4478" y="4029911"/>
                        <a:ext cx="6599043" cy="222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675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2407-3DD9-D64F-ECA6-8E41731E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777AE6C3-05EF-5BA5-FD02-8BBC2FF574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A9F3790-5D7E-58E0-E4D8-8E2376F2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MP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669A09-151F-EB64-7DC9-8B3E8227D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94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DB051D7-8B0B-3F16-20B4-5D73ADE29A4D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961141-28D0-A8D4-D79C-DA300965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51" y="2325641"/>
            <a:ext cx="8747898" cy="5623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66D5A3-CBE4-71FA-28A4-233FFB8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58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燒錄 </a:t>
            </a:r>
            <a:r>
              <a:rPr lang="en-US" altLang="zh-TW" dirty="0">
                <a:ea typeface="標楷體" panose="03000509000000000000" pitchFamily="65" charset="-120"/>
              </a:rPr>
              <a:t>Start  Recognition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zh-TW" altLang="en-US" dirty="0"/>
              <a:t>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95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30E49-97F0-0A2E-A9EF-9E10D2DB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b="1320"/>
          <a:stretch>
            <a:fillRect/>
          </a:stretch>
        </p:blipFill>
        <p:spPr>
          <a:xfrm>
            <a:off x="3919538" y="8439195"/>
            <a:ext cx="776821" cy="74275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    </a:t>
            </a:r>
            <a:r>
              <a:rPr lang="en-US" altLang="zh-TW" dirty="0"/>
              <a:t>【Load】</a:t>
            </a:r>
            <a:r>
              <a:rPr lang="zh-TW" altLang="en-US" dirty="0"/>
              <a:t>，成功的話會出現如上圖所示上傳資訊圖的訊息。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B3805D-289D-2B14-0355-85A1EB9B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20" y="2994746"/>
            <a:ext cx="1419058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0875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28486</TotalTime>
  <Words>3942</Words>
  <Application>Microsoft Office PowerPoint</Application>
  <PresentationFormat>自訂</PresentationFormat>
  <Paragraphs>410</Paragraphs>
  <Slides>95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95</vt:i4>
      </vt:variant>
    </vt:vector>
  </HeadingPairs>
  <TitlesOfParts>
    <vt:vector size="109" baseType="lpstr">
      <vt:lpstr>Wingdings</vt:lpstr>
      <vt:lpstr>Arial</vt:lpstr>
      <vt:lpstr>Noto Sans T Chinese Bold</vt:lpstr>
      <vt:lpstr>Calibri</vt:lpstr>
      <vt:lpstr>Times New Roman</vt:lpstr>
      <vt:lpstr>標楷體</vt:lpstr>
      <vt:lpstr>Noto Sans T Chinese</vt:lpstr>
      <vt:lpstr>微軟正黑體</vt:lpstr>
      <vt:lpstr>3_自訂設計</vt:lpstr>
      <vt:lpstr>1_自訂設計</vt:lpstr>
      <vt:lpstr>2_自訂設計</vt:lpstr>
      <vt:lpstr>自訂設計</vt:lpstr>
      <vt:lpstr>封裝程式殼層物件</vt:lpstr>
      <vt:lpstr>封裝</vt:lpstr>
      <vt:lpstr>第X章             智慧球拍</vt:lpstr>
      <vt:lpstr>章節介紹</vt:lpstr>
      <vt:lpstr>實作核心流程</vt:lpstr>
      <vt:lpstr>PowerPoint 簡報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PowerPoint 簡報</vt:lpstr>
      <vt:lpstr>程式碼介紹</vt:lpstr>
      <vt:lpstr>程式碼下載</vt:lpstr>
      <vt:lpstr>PowerPoint 簡報</vt:lpstr>
      <vt:lpstr>PowerPoint 簡報</vt:lpstr>
      <vt:lpstr>修改 Keil 編譯器</vt:lpstr>
      <vt:lpstr>下載 GNU 編譯器 (1/2)</vt:lpstr>
      <vt:lpstr>下載 GNU 編譯器 (2/2)</vt:lpstr>
      <vt:lpstr>開啟MP韌體專案 (1/2)</vt:lpstr>
      <vt:lpstr>開啟MP韌體專案 (2/2)</vt:lpstr>
      <vt:lpstr>更改 GNU 路徑 (1/2)</vt:lpstr>
      <vt:lpstr>更改 GNU 路徑 (2/2)</vt:lpstr>
      <vt:lpstr>更改 Output 儲存位置 (1/3)</vt:lpstr>
      <vt:lpstr>更改 Output 儲存位置 (2/3)</vt:lpstr>
      <vt:lpstr>更改 Output 儲存位置 (3/3)</vt:lpstr>
      <vt:lpstr>更改 Listing 儲存位置 (1/2)</vt:lpstr>
      <vt:lpstr>更改 Listing 儲存位置 (2/2)</vt:lpstr>
      <vt:lpstr>更改 User Build Run </vt:lpstr>
      <vt:lpstr>更改 CC 內容 (1/4)</vt:lpstr>
      <vt:lpstr>更改 CC 內容 (2/4)</vt:lpstr>
      <vt:lpstr>更改 CC 內容 (3/4)</vt:lpstr>
      <vt:lpstr>更改 CC 內容 (4/4)</vt:lpstr>
      <vt:lpstr>更改 Linker 內容 (1/2)</vt:lpstr>
      <vt:lpstr>更改 Linker 內容 (2/2)</vt:lpstr>
      <vt:lpstr>更改 Debug 內容</vt:lpstr>
      <vt:lpstr>Keil 匯入 (1/4)</vt:lpstr>
      <vt:lpstr>Keil 匯入 (2/4)</vt:lpstr>
      <vt:lpstr>Keil 匯入 (3/4)</vt:lpstr>
      <vt:lpstr>Keil 匯入 (3/4) (續)</vt:lpstr>
      <vt:lpstr>Keil 匯入 (3/4) (續)</vt:lpstr>
      <vt:lpstr>Keil 匯入 (3/4) (續)</vt:lpstr>
      <vt:lpstr>Keil 匯入 (3/4) (續)</vt:lpstr>
      <vt:lpstr>Keil 匯入 (3/4) (續)</vt:lpstr>
      <vt:lpstr>Keil 匯入 (4/4)</vt:lpstr>
      <vt:lpstr>更改 lib (1/ 10)</vt:lpstr>
      <vt:lpstr>更改 lib (2/ 10)</vt:lpstr>
      <vt:lpstr>更改 lib (3/ 10)</vt:lpstr>
      <vt:lpstr>更改 lib (4/ 10)</vt:lpstr>
      <vt:lpstr>更改 lib (5/ 10)</vt:lpstr>
      <vt:lpstr>更改 lib (6/ 10)</vt:lpstr>
      <vt:lpstr>更改 lib (7/ 10)</vt:lpstr>
      <vt:lpstr>更改 lib (8/ 10)</vt:lpstr>
      <vt:lpstr>更改 lib (9/ 10)</vt:lpstr>
      <vt:lpstr>更改 lib (10/ 10)</vt:lpstr>
      <vt:lpstr>修改 main.c (1/3)</vt:lpstr>
      <vt:lpstr>修改 main.c (2/3)</vt:lpstr>
      <vt:lpstr>修改 main.c (3/3)</vt:lpstr>
      <vt:lpstr>新增 ei_main.cpp (1/2)</vt:lpstr>
      <vt:lpstr>新增 ei_main.cpp (2/2)</vt:lpstr>
      <vt:lpstr>新增 ei_main.h (1/2)</vt:lpstr>
      <vt:lpstr>新增 ei_main.h (2/2)</vt:lpstr>
      <vt:lpstr>新增 i2c.c (1/2)</vt:lpstr>
      <vt:lpstr>新增 i2c.c (2/2)</vt:lpstr>
      <vt:lpstr>新增 i2c.h (1/2)</vt:lpstr>
      <vt:lpstr>新增 i2c.h (2/2)</vt:lpstr>
      <vt:lpstr>新增 LSM6DS3.c (1/2)</vt:lpstr>
      <vt:lpstr>新增 LSM6DS3.c (2/2)</vt:lpstr>
      <vt:lpstr>新增 LSM6DS3.h (1/2)</vt:lpstr>
      <vt:lpstr>新增 LSM6DS3.h (2/2)</vt:lpstr>
      <vt:lpstr>新增 shared_memory.c (1/2)</vt:lpstr>
      <vt:lpstr>新增 shared_memory.c (2/2)</vt:lpstr>
      <vt:lpstr>新增 shared_memory.h (1/2)</vt:lpstr>
      <vt:lpstr>新增 shared_memory.h (2/2)</vt:lpstr>
      <vt:lpstr>PowerPoint 簡報</vt:lpstr>
      <vt:lpstr>開啟 CP 韌體專案 </vt:lpstr>
      <vt:lpstr>修改 app_main.c (1/3)</vt:lpstr>
      <vt:lpstr>修改 app_main.c (2/3)</vt:lpstr>
      <vt:lpstr>修改 app_main.c (3/3)</vt:lpstr>
      <vt:lpstr>新增 shared_memory.c (1/2)</vt:lpstr>
      <vt:lpstr>新增 shared_memory.c (2/2)</vt:lpstr>
      <vt:lpstr>新增 shared_memory.h (1/2)</vt:lpstr>
      <vt:lpstr>新增 shared_memory.h (2/2)</vt:lpstr>
      <vt:lpstr>新增 ble_trx_service_integrated.c (1/2)</vt:lpstr>
      <vt:lpstr>新增 ble_trx_service_integrated.c (2/2)</vt:lpstr>
      <vt:lpstr>新增 ble_trx_service_integrated.h (1/2)</vt:lpstr>
      <vt:lpstr>新增 ble_trx_service_integrated.h (2/2)</vt:lpstr>
      <vt:lpstr>覆蓋 app_cfg (1/2)</vt:lpstr>
      <vt:lpstr>覆蓋 app_cfg (2/2)</vt:lpstr>
      <vt:lpstr>更改 CC 內容 </vt:lpstr>
      <vt:lpstr>編譯 CP 韌體專案</vt:lpstr>
      <vt:lpstr>開啟MP韌體專案 </vt:lpstr>
      <vt:lpstr>修改 ble_peripheral_mp.bat </vt:lpstr>
      <vt:lpstr>編譯 MP 韌體專案</vt:lpstr>
      <vt:lpstr>燒錄 Start  Recognition 韌體專案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俊彥 吳</cp:lastModifiedBy>
  <cp:revision>2840</cp:revision>
  <dcterms:created xsi:type="dcterms:W3CDTF">2006-08-16T00:00:00Z</dcterms:created>
  <dcterms:modified xsi:type="dcterms:W3CDTF">2026-09-11T05:08:58Z</dcterms:modified>
  <dc:identifier>DAGJx7JasHY</dc:identifier>
</cp:coreProperties>
</file>