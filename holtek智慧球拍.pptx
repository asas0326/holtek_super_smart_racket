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theme/theme2.xml" ContentType="application/vnd.openxmlformats-officedocument.theme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theme/theme3.xml" ContentType="application/vnd.openxmlformats-officedocument.theme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theme/theme4.xml" ContentType="application/vnd.openxmlformats-officedocument.theme+xml"/>
  <Override PartName="/ppt/theme/theme5.xml" ContentType="application/vnd.openxmlformats-officedocument.them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84" r:id="rId1"/>
    <p:sldMasterId id="2147483697" r:id="rId2"/>
    <p:sldMasterId id="2147483709" r:id="rId3"/>
    <p:sldMasterId id="2147483711" r:id="rId4"/>
  </p:sldMasterIdLst>
  <p:notesMasterIdLst>
    <p:notesMasterId r:id="rId34"/>
  </p:notesMasterIdLst>
  <p:sldIdLst>
    <p:sldId id="590" r:id="rId5"/>
    <p:sldId id="591" r:id="rId6"/>
    <p:sldId id="571" r:id="rId7"/>
    <p:sldId id="542" r:id="rId8"/>
    <p:sldId id="611" r:id="rId9"/>
    <p:sldId id="668" r:id="rId10"/>
    <p:sldId id="601" r:id="rId11"/>
    <p:sldId id="610" r:id="rId12"/>
    <p:sldId id="609" r:id="rId13"/>
    <p:sldId id="608" r:id="rId14"/>
    <p:sldId id="669" r:id="rId15"/>
    <p:sldId id="830" r:id="rId16"/>
    <p:sldId id="892" r:id="rId17"/>
    <p:sldId id="893" r:id="rId18"/>
    <p:sldId id="612" r:id="rId19"/>
    <p:sldId id="613" r:id="rId20"/>
    <p:sldId id="817" r:id="rId21"/>
    <p:sldId id="615" r:id="rId22"/>
    <p:sldId id="616" r:id="rId23"/>
    <p:sldId id="617" r:id="rId24"/>
    <p:sldId id="618" r:id="rId25"/>
    <p:sldId id="619" r:id="rId26"/>
    <p:sldId id="673" r:id="rId27"/>
    <p:sldId id="894" r:id="rId28"/>
    <p:sldId id="886" r:id="rId29"/>
    <p:sldId id="923" r:id="rId30"/>
    <p:sldId id="887" r:id="rId31"/>
    <p:sldId id="924" r:id="rId32"/>
    <p:sldId id="620" r:id="rId33"/>
  </p:sldIdLst>
  <p:sldSz cx="18288000" cy="10287000"/>
  <p:notesSz cx="6858000" cy="9144000"/>
  <p:embeddedFontLst>
    <p:embeddedFont>
      <p:font typeface="Noto Sans T Chinese" panose="02020500000000000000" charset="-120"/>
      <p:regular r:id="rId35"/>
    </p:embeddedFont>
    <p:embeddedFont>
      <p:font typeface="Noto Sans T Chinese Bold" panose="02020500000000000000" charset="-120"/>
      <p:regular r:id="rId36"/>
      <p:bold r:id="rId37"/>
    </p:embeddedFont>
    <p:embeddedFont>
      <p:font typeface="微軟正黑體" panose="020B0604030504040204" pitchFamily="34" charset="-120"/>
      <p:regular r:id="rId38"/>
      <p:bold r:id="rId3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60" userDrawn="1">
          <p15:clr>
            <a:srgbClr val="A4A3A4"/>
          </p15:clr>
        </p15:guide>
        <p15:guide id="2" orient="horz" pos="984" userDrawn="1">
          <p15:clr>
            <a:srgbClr val="A4A3A4"/>
          </p15:clr>
        </p15:guide>
        <p15:guide id="3" pos="2016" userDrawn="1">
          <p15:clr>
            <a:srgbClr val="A4A3A4"/>
          </p15:clr>
        </p15:guide>
        <p15:guide id="4" orient="horz" pos="5448" userDrawn="1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1BEFB394-13E5-8015-21B7-04B2D433841B}" name="千育 黃" initials="千黃" userId="3351a577e5780585" providerId="Windows Live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福 嘉" initials="福嘉" lastIdx="2" clrIdx="0">
    <p:extLst>
      <p:ext uri="{19B8F6BF-5375-455C-9EA6-DF929625EA0E}">
        <p15:presenceInfo xmlns:p15="http://schemas.microsoft.com/office/powerpoint/2012/main" userId="e40bd4c0196572c3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中等深淺樣式 2 - 輔色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中等深淺樣式 2 - 輔色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中等深淺樣式 2 - 輔色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DF18680-E054-41AD-8BC1-D1AEF772440D}" styleName="中等深淺樣式 2 - 輔色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5FD0F851-EC5A-4D38-B0AD-8093EC10F338}" styleName="淺色樣式 1 - 輔色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2D5ABB26-0587-4C30-8999-92F81FD0307C}" styleName="無樣式、無格線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無樣式、表格格線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BDBED569-4797-4DF1-A0F4-6AAB3CD982D8}" styleName="淺色樣式 3 - 輔色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22838BEF-8BB2-4498-84A7-C5851F593DF1}" styleName="中等深淺樣式 4 - 輔色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5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5">
              <a:tint val="20000"/>
            </a:schemeClr>
          </a:solidFill>
        </a:fill>
      </a:tcStyle>
    </a:firstRow>
  </a:tblStyle>
  <a:tblStyle styleId="{3B4B98B0-60AC-42C2-AFA5-B58CD77FA1E5}" styleName="淺色樣式 1 - 輔色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BC89EF96-8CEA-46FF-86C4-4CE0E7609802}" styleName="淺色樣式 3 - 輔色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E269D01E-BC32-4049-B463-5C60D7B0CCD2}" styleName="佈景主題樣式 2 - 輔色 4">
    <a:tblBg>
      <a:fillRef idx="3">
        <a:schemeClr val="accent4"/>
      </a:fillRef>
      <a:effectRef idx="3">
        <a:schemeClr val="accent4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4">
                <a:tint val="50000"/>
              </a:schemeClr>
            </a:lnRef>
          </a:left>
          <a:right>
            <a:lnRef idx="1">
              <a:schemeClr val="accent4">
                <a:tint val="50000"/>
              </a:schemeClr>
            </a:lnRef>
          </a:right>
          <a:top>
            <a:lnRef idx="1">
              <a:schemeClr val="accent4">
                <a:tint val="50000"/>
              </a:schemeClr>
            </a:lnRef>
          </a:top>
          <a:bottom>
            <a:lnRef idx="1">
              <a:schemeClr val="accent4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D27102A9-8310-4765-A935-A1911B00CA55}" styleName="淺色樣式 1 - 輔色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775DCB02-9BB8-47FD-8907-85C794F793BA}" styleName="佈景主題樣式 1 - 輔色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328" autoAdjust="0"/>
    <p:restoredTop sz="94014" autoAdjust="0"/>
  </p:normalViewPr>
  <p:slideViewPr>
    <p:cSldViewPr>
      <p:cViewPr varScale="1">
        <p:scale>
          <a:sx n="70" d="100"/>
          <a:sy n="70" d="100"/>
        </p:scale>
        <p:origin x="792" y="48"/>
      </p:cViewPr>
      <p:guideLst>
        <p:guide orient="horz" pos="360"/>
        <p:guide orient="horz" pos="984"/>
        <p:guide pos="2016"/>
        <p:guide orient="horz" pos="5448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font" Target="fonts/font5.fntdata"/><Relationship Id="rId21" Type="http://schemas.openxmlformats.org/officeDocument/2006/relationships/slide" Target="slides/slide17.xml"/><Relationship Id="rId34" Type="http://schemas.openxmlformats.org/officeDocument/2006/relationships/notesMaster" Target="notesMasters/notesMaster1.xml"/><Relationship Id="rId42" Type="http://schemas.openxmlformats.org/officeDocument/2006/relationships/viewProps" Target="viewProps.xml"/><Relationship Id="rId7" Type="http://schemas.openxmlformats.org/officeDocument/2006/relationships/slide" Target="slides/slide3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2.xml"/><Relationship Id="rId29" Type="http://schemas.openxmlformats.org/officeDocument/2006/relationships/slide" Target="slides/slide25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font" Target="fonts/font3.fntdata"/><Relationship Id="rId40" Type="http://schemas.openxmlformats.org/officeDocument/2006/relationships/commentAuthors" Target="commentAuthors.xml"/><Relationship Id="rId45" Type="http://schemas.microsoft.com/office/2018/10/relationships/authors" Target="author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font" Target="fonts/font2.fntdata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4" Type="http://schemas.openxmlformats.org/officeDocument/2006/relationships/tableStyles" Target="tableStyles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font" Target="fonts/font1.fntdata"/><Relationship Id="rId43" Type="http://schemas.openxmlformats.org/officeDocument/2006/relationships/theme" Target="theme/theme1.xml"/><Relationship Id="rId8" Type="http://schemas.openxmlformats.org/officeDocument/2006/relationships/slide" Target="slides/slide4.xml"/><Relationship Id="rId3" Type="http://schemas.openxmlformats.org/officeDocument/2006/relationships/slideMaster" Target="slideMasters/slideMaster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font" Target="fonts/font4.fntdata"/><Relationship Id="rId20" Type="http://schemas.openxmlformats.org/officeDocument/2006/relationships/slide" Target="slides/slide16.xml"/><Relationship Id="rId41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07.09.2026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CC0B741-42E5-1465-ABD6-1F6B120226BB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2286000" y="1684338"/>
            <a:ext cx="13716000" cy="3581400"/>
          </a:xfrm>
        </p:spPr>
        <p:txBody>
          <a:bodyPr anchor="b">
            <a:normAutofit/>
          </a:bodyPr>
          <a:lstStyle>
            <a:lvl1pPr algn="ctr">
              <a:defRPr sz="72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kumimoji="1" lang="en-US" altLang="zh-TW" dirty="0"/>
              <a:t>AAA</a:t>
            </a:r>
            <a:r>
              <a:rPr kumimoji="1" lang="zh-TW" altLang="en-US" dirty="0"/>
              <a:t>按一下以編輯母片標題樣式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B141BF1E-1183-F4D9-31BA-19DAB84A5BE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286000" y="5403850"/>
            <a:ext cx="13716000" cy="2482850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TW" altLang="en-US"/>
              <a:t>按一下以編輯母片子標題樣式</a:t>
            </a:r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EAE72352-EF93-4F0D-19CE-DEF156A16C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7" name="投影片編號版面配置區 7">
            <a:extLst>
              <a:ext uri="{FF2B5EF4-FFF2-40B4-BE49-F238E27FC236}">
                <a16:creationId xmlns:a16="http://schemas.microsoft.com/office/drawing/2014/main" id="{EC467B18-6AF1-AD69-A88D-DBFB12F4922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4020800" y="9671856"/>
            <a:ext cx="4114800" cy="5476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800">
                <a:solidFill>
                  <a:schemeClr val="bg1"/>
                </a:solidFill>
              </a:defRPr>
            </a:lvl1pPr>
          </a:lstStyle>
          <a:p>
            <a:fld id="{7133F845-E4A0-3649-90FB-D488CE304927}" type="slidenum">
              <a:rPr kumimoji="1" lang="zh-TW" altLang="en-US" smtClean="0"/>
              <a:pPr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16533970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內容版面配置區 2">
            <a:extLst>
              <a:ext uri="{FF2B5EF4-FFF2-40B4-BE49-F238E27FC236}">
                <a16:creationId xmlns:a16="http://schemas.microsoft.com/office/drawing/2014/main" id="{4EA77C1E-36FC-7869-8B16-7C291C64B59A}"/>
              </a:ext>
            </a:extLst>
          </p:cNvPr>
          <p:cNvSpPr>
            <a:spLocks noGrp="1"/>
          </p:cNvSpPr>
          <p:nvPr>
            <p:ph sz="half" idx="12" hasCustomPrompt="1"/>
          </p:nvPr>
        </p:nvSpPr>
        <p:spPr>
          <a:xfrm>
            <a:off x="1257300" y="2247900"/>
            <a:ext cx="15773400" cy="7018338"/>
          </a:xfrm>
        </p:spPr>
        <p:txBody>
          <a:bodyPr/>
          <a:lstStyle>
            <a:lvl1pPr marL="360000" indent="-360000">
              <a:defRPr sz="4800"/>
            </a:lvl1pPr>
            <a:lvl2pPr marL="817200" indent="-360000">
              <a:defRPr sz="4000"/>
            </a:lvl2pPr>
          </a:lstStyle>
          <a:p>
            <a:pPr lvl="0"/>
            <a:r>
              <a:rPr kumimoji="1" lang="en-US" altLang="zh-TW" dirty="0"/>
              <a:t>AAA</a:t>
            </a:r>
            <a:r>
              <a:rPr kumimoji="1" lang="zh-TW" altLang="en-US" dirty="0"/>
              <a:t>按一下以編輯母片文字樣式</a:t>
            </a:r>
            <a:endParaRPr kumimoji="1" lang="en-US" altLang="zh-TW" dirty="0"/>
          </a:p>
          <a:p>
            <a:pPr lvl="1"/>
            <a:r>
              <a:rPr kumimoji="1" lang="en-US" altLang="zh-TW" dirty="0"/>
              <a:t>AAA</a:t>
            </a:r>
            <a:r>
              <a:rPr kumimoji="1" lang="zh-TW" altLang="en-US" dirty="0"/>
              <a:t>按一下以編輯母片文字樣式</a:t>
            </a:r>
            <a:endParaRPr kumimoji="1" lang="en-US" altLang="zh-TW" dirty="0"/>
          </a:p>
          <a:p>
            <a:pPr lvl="2"/>
            <a:endParaRPr kumimoji="1" lang="zh-TW" altLang="en-US" dirty="0"/>
          </a:p>
        </p:txBody>
      </p:sp>
      <p:sp>
        <p:nvSpPr>
          <p:cNvPr id="2" name="標題 1">
            <a:extLst>
              <a:ext uri="{FF2B5EF4-FFF2-40B4-BE49-F238E27FC236}">
                <a16:creationId xmlns:a16="http://schemas.microsoft.com/office/drawing/2014/main" id="{5BBD8088-9FA9-A260-59FD-D9BD267DDEF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b="1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kumimoji="1" lang="en-US" altLang="zh-TW" dirty="0"/>
              <a:t>AAA</a:t>
            </a:r>
            <a:r>
              <a:rPr kumimoji="1" lang="zh-TW" altLang="en-US" dirty="0"/>
              <a:t>按一下以編輯母片標題樣式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6ACF6D7F-41D8-B39C-53CF-5EFEB8FB109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257300" y="9534525"/>
            <a:ext cx="4114800" cy="547688"/>
          </a:xfrm>
          <a:prstGeom prst="rect">
            <a:avLst/>
          </a:prstGeom>
        </p:spPr>
        <p:txBody>
          <a:bodyPr/>
          <a:lstStyle/>
          <a:p>
            <a:fld id="{73FBFAD7-0402-4F01-B732-342F18C7B6CA}" type="datetime1">
              <a:rPr kumimoji="1" lang="zh-TW" altLang="en-US" smtClean="0"/>
              <a:t>2026/9/7</a:t>
            </a:fld>
            <a:endParaRPr kumimoji="1"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AFC7BAB8-8BD0-DE27-A563-5986B9AD60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7" name="投影片編號版面配置區 7">
            <a:extLst>
              <a:ext uri="{FF2B5EF4-FFF2-40B4-BE49-F238E27FC236}">
                <a16:creationId xmlns:a16="http://schemas.microsoft.com/office/drawing/2014/main" id="{A7CF6FD6-0C7B-0A95-C4DA-2B26DF1BD50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4020800" y="9671856"/>
            <a:ext cx="4114800" cy="5476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800">
                <a:solidFill>
                  <a:schemeClr val="bg1"/>
                </a:solidFill>
              </a:defRPr>
            </a:lvl1pPr>
          </a:lstStyle>
          <a:p>
            <a:fld id="{7133F845-E4A0-3649-90FB-D488CE304927}" type="slidenum">
              <a:rPr kumimoji="1" lang="zh-TW" altLang="en-US" smtClean="0"/>
              <a:pPr/>
              <a:t>‹#›</a:t>
            </a:fld>
            <a:endParaRPr kumimoji="1"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3658773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CE5D04E-4D47-43EE-78F1-7448A75EFF8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247775" y="2565400"/>
            <a:ext cx="15773400" cy="4278313"/>
          </a:xfrm>
        </p:spPr>
        <p:txBody>
          <a:bodyPr anchor="b">
            <a:normAutofit/>
          </a:bodyPr>
          <a:lstStyle>
            <a:lvl1pPr>
              <a:defRPr sz="72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kumimoji="1" lang="en-US" altLang="zh-TW" dirty="0"/>
              <a:t>AAA</a:t>
            </a:r>
            <a:r>
              <a:rPr kumimoji="1" lang="zh-TW" altLang="en-US" dirty="0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372DE567-F901-D024-470D-9F031143E31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247775" y="6884988"/>
            <a:ext cx="15773400" cy="22494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TW" altLang="en-US"/>
              <a:t>按一下以編輯母片文字樣式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43338DDA-3E84-F35C-BE9E-9FBE46665DB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257300" y="9534525"/>
            <a:ext cx="4114800" cy="547688"/>
          </a:xfrm>
          <a:prstGeom prst="rect">
            <a:avLst/>
          </a:prstGeom>
        </p:spPr>
        <p:txBody>
          <a:bodyPr/>
          <a:lstStyle/>
          <a:p>
            <a:fld id="{3D764496-107C-4BC6-82D1-6096F14FE204}" type="datetime1">
              <a:rPr kumimoji="1" lang="zh-TW" altLang="en-US" smtClean="0"/>
              <a:t>2026/9/7</a:t>
            </a:fld>
            <a:endParaRPr kumimoji="1"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B929E915-A1BF-C5F6-4156-9F2B109A2B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7" name="投影片編號版面配置區 7">
            <a:extLst>
              <a:ext uri="{FF2B5EF4-FFF2-40B4-BE49-F238E27FC236}">
                <a16:creationId xmlns:a16="http://schemas.microsoft.com/office/drawing/2014/main" id="{84C8B336-07A4-388F-6500-317D9CC32D4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4020800" y="9671856"/>
            <a:ext cx="4114800" cy="5476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800">
                <a:solidFill>
                  <a:schemeClr val="bg1"/>
                </a:solidFill>
              </a:defRPr>
            </a:lvl1pPr>
          </a:lstStyle>
          <a:p>
            <a:fld id="{7133F845-E4A0-3649-90FB-D488CE304927}" type="slidenum">
              <a:rPr kumimoji="1" lang="zh-TW" altLang="en-US" smtClean="0"/>
              <a:pPr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137317196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內容版面配置區 2">
            <a:extLst>
              <a:ext uri="{FF2B5EF4-FFF2-40B4-BE49-F238E27FC236}">
                <a16:creationId xmlns:a16="http://schemas.microsoft.com/office/drawing/2014/main" id="{09E84FCB-6254-E983-C629-B444EC853F49}"/>
              </a:ext>
            </a:extLst>
          </p:cNvPr>
          <p:cNvSpPr>
            <a:spLocks noGrp="1"/>
          </p:cNvSpPr>
          <p:nvPr>
            <p:ph sz="half" idx="12" hasCustomPrompt="1"/>
          </p:nvPr>
        </p:nvSpPr>
        <p:spPr>
          <a:xfrm>
            <a:off x="1257300" y="2247900"/>
            <a:ext cx="7810500" cy="7018338"/>
          </a:xfrm>
        </p:spPr>
        <p:txBody>
          <a:bodyPr/>
          <a:lstStyle>
            <a:lvl1pPr marL="360000" indent="-360000">
              <a:defRPr sz="4000"/>
            </a:lvl1pPr>
            <a:lvl2pPr marL="817200" indent="-360000">
              <a:defRPr sz="3200"/>
            </a:lvl2pPr>
          </a:lstStyle>
          <a:p>
            <a:pPr lvl="0"/>
            <a:r>
              <a:rPr kumimoji="1" lang="en-US" altLang="zh-TW" dirty="0"/>
              <a:t>AAA</a:t>
            </a:r>
            <a:r>
              <a:rPr kumimoji="1" lang="zh-TW" altLang="en-US" dirty="0"/>
              <a:t>按一下以編輯母片文字樣式</a:t>
            </a:r>
            <a:endParaRPr kumimoji="1" lang="en-US" altLang="zh-TW" dirty="0"/>
          </a:p>
          <a:p>
            <a:pPr lvl="1"/>
            <a:r>
              <a:rPr kumimoji="1" lang="en-US" altLang="zh-TW" dirty="0"/>
              <a:t>AAA</a:t>
            </a:r>
            <a:r>
              <a:rPr kumimoji="1" lang="zh-TW" altLang="en-US" dirty="0"/>
              <a:t>按一下以編輯母片文字樣式</a:t>
            </a:r>
            <a:endParaRPr kumimoji="1" lang="en-US" altLang="zh-TW" dirty="0"/>
          </a:p>
          <a:p>
            <a:pPr lvl="2"/>
            <a:endParaRPr kumimoji="1" lang="zh-TW" altLang="en-US" dirty="0"/>
          </a:p>
        </p:txBody>
      </p:sp>
      <p:sp>
        <p:nvSpPr>
          <p:cNvPr id="2" name="標題 1">
            <a:extLst>
              <a:ext uri="{FF2B5EF4-FFF2-40B4-BE49-F238E27FC236}">
                <a16:creationId xmlns:a16="http://schemas.microsoft.com/office/drawing/2014/main" id="{B6EED68E-682A-DC34-53EA-FBE4D68F797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>
            <a:normAutofit/>
          </a:bodyPr>
          <a:lstStyle>
            <a:lvl1pPr>
              <a:defRPr sz="72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kumimoji="1" lang="en-US" altLang="zh-TW" dirty="0"/>
              <a:t>AAA</a:t>
            </a:r>
            <a:r>
              <a:rPr kumimoji="1" lang="zh-TW" altLang="en-US" dirty="0"/>
              <a:t>按一下以編輯母片標題樣式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366C0E0D-5D99-AC6E-7CF5-F6F5B054124F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9220200" y="2738438"/>
            <a:ext cx="7810500" cy="6527800"/>
          </a:xfrm>
        </p:spPr>
        <p:txBody>
          <a:bodyPr/>
          <a:lstStyle>
            <a:lvl1pPr>
              <a:defRPr sz="40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>
              <a:defRPr sz="3200"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</a:lstStyle>
          <a:p>
            <a:pPr lvl="0"/>
            <a:r>
              <a:rPr kumimoji="1" lang="en-US" altLang="zh-TW" dirty="0" err="1"/>
              <a:t>aaa</a:t>
            </a:r>
            <a:r>
              <a:rPr kumimoji="1" lang="zh-TW" altLang="en-US" dirty="0"/>
              <a:t>按一下以編輯母片文字樣式</a:t>
            </a:r>
          </a:p>
          <a:p>
            <a:pPr lvl="1"/>
            <a:r>
              <a:rPr kumimoji="1" lang="en-US" altLang="zh-TW" dirty="0" err="1"/>
              <a:t>aaa</a:t>
            </a:r>
            <a:r>
              <a:rPr kumimoji="1" lang="zh-TW" altLang="en-US" dirty="0"/>
              <a:t>第二層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1ED4EF0E-0CC4-80B2-EA7D-2A0CDFAB420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257300" y="9534525"/>
            <a:ext cx="4114800" cy="547688"/>
          </a:xfrm>
          <a:prstGeom prst="rect">
            <a:avLst/>
          </a:prstGeom>
        </p:spPr>
        <p:txBody>
          <a:bodyPr/>
          <a:lstStyle/>
          <a:p>
            <a:fld id="{0ADACEE0-7072-4FC0-A3DF-6D2127F01293}" type="datetime1">
              <a:rPr kumimoji="1" lang="zh-TW" altLang="en-US" smtClean="0"/>
              <a:t>2026/9/7</a:t>
            </a:fld>
            <a:endParaRPr kumimoji="1"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0A042F19-19A8-0023-8B7F-5B66027273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8" name="投影片編號版面配置區 7">
            <a:extLst>
              <a:ext uri="{FF2B5EF4-FFF2-40B4-BE49-F238E27FC236}">
                <a16:creationId xmlns:a16="http://schemas.microsoft.com/office/drawing/2014/main" id="{C22E50B0-D0D0-7802-A0CB-DAE5074255D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4020800" y="9671856"/>
            <a:ext cx="4114800" cy="5476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800">
                <a:solidFill>
                  <a:schemeClr val="bg1"/>
                </a:solidFill>
              </a:defRPr>
            </a:lvl1pPr>
          </a:lstStyle>
          <a:p>
            <a:fld id="{7133F845-E4A0-3649-90FB-D488CE304927}" type="slidenum">
              <a:rPr kumimoji="1" lang="zh-TW" altLang="en-US" smtClean="0"/>
              <a:pPr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373590490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6EED68E-682A-DC34-53EA-FBE4D68F797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>
            <a:normAutofit/>
          </a:bodyPr>
          <a:lstStyle>
            <a:lvl1pPr>
              <a:defRPr sz="72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kumimoji="1" lang="en-US" altLang="zh-TW" dirty="0"/>
              <a:t>AAA</a:t>
            </a:r>
            <a:r>
              <a:rPr kumimoji="1" lang="zh-TW" altLang="en-US" dirty="0"/>
              <a:t>按一下以編輯母片標題樣式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366C0E0D-5D99-AC6E-7CF5-F6F5B054124F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9220200" y="2738438"/>
            <a:ext cx="7810500" cy="5603499"/>
          </a:xfrm>
        </p:spPr>
        <p:txBody>
          <a:bodyPr/>
          <a:lstStyle>
            <a:lvl1pPr>
              <a:defRPr sz="40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>
              <a:defRPr sz="3200"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</a:lstStyle>
          <a:p>
            <a:pPr lvl="0"/>
            <a:r>
              <a:rPr kumimoji="1" lang="en-US" altLang="zh-TW" dirty="0" err="1"/>
              <a:t>aaa</a:t>
            </a:r>
            <a:r>
              <a:rPr kumimoji="1" lang="zh-TW" altLang="en-US" dirty="0"/>
              <a:t>按一下以編輯母片文字樣式</a:t>
            </a:r>
          </a:p>
          <a:p>
            <a:pPr lvl="1"/>
            <a:r>
              <a:rPr kumimoji="1" lang="en-US" altLang="zh-TW" dirty="0" err="1"/>
              <a:t>aaa</a:t>
            </a:r>
            <a:r>
              <a:rPr kumimoji="1" lang="zh-TW" altLang="en-US" dirty="0"/>
              <a:t>第二層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1ED4EF0E-0CC4-80B2-EA7D-2A0CDFAB420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257300" y="9534525"/>
            <a:ext cx="4114800" cy="547688"/>
          </a:xfrm>
          <a:prstGeom prst="rect">
            <a:avLst/>
          </a:prstGeom>
        </p:spPr>
        <p:txBody>
          <a:bodyPr/>
          <a:lstStyle/>
          <a:p>
            <a:fld id="{0ADACEE0-7072-4FC0-A3DF-6D2127F01293}" type="datetime1">
              <a:rPr kumimoji="1" lang="zh-TW" altLang="en-US" smtClean="0"/>
              <a:t>2026/9/7</a:t>
            </a:fld>
            <a:endParaRPr kumimoji="1"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0A042F19-19A8-0023-8B7F-5B66027273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8" name="投影片編號版面配置區 7">
            <a:extLst>
              <a:ext uri="{FF2B5EF4-FFF2-40B4-BE49-F238E27FC236}">
                <a16:creationId xmlns:a16="http://schemas.microsoft.com/office/drawing/2014/main" id="{C22E50B0-D0D0-7802-A0CB-DAE5074255D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4020800" y="9671856"/>
            <a:ext cx="4114800" cy="5476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800">
                <a:solidFill>
                  <a:schemeClr val="bg1"/>
                </a:solidFill>
              </a:defRPr>
            </a:lvl1pPr>
          </a:lstStyle>
          <a:p>
            <a:fld id="{7133F845-E4A0-3649-90FB-D488CE304927}" type="slidenum">
              <a:rPr kumimoji="1" lang="zh-TW" altLang="en-US" smtClean="0"/>
              <a:pPr/>
              <a:t>‹#›</a:t>
            </a:fld>
            <a:endParaRPr kumimoji="1" lang="zh-TW" altLang="en-US"/>
          </a:p>
        </p:txBody>
      </p:sp>
      <p:sp>
        <p:nvSpPr>
          <p:cNvPr id="7" name="文字版面配置區 2">
            <a:extLst>
              <a:ext uri="{FF2B5EF4-FFF2-40B4-BE49-F238E27FC236}">
                <a16:creationId xmlns:a16="http://schemas.microsoft.com/office/drawing/2014/main" id="{5C4A3EFA-2853-7541-35A9-216299E62F7A}"/>
              </a:ext>
            </a:extLst>
          </p:cNvPr>
          <p:cNvSpPr>
            <a:spLocks noGrp="1"/>
          </p:cNvSpPr>
          <p:nvPr>
            <p:ph idx="12" hasCustomPrompt="1"/>
          </p:nvPr>
        </p:nvSpPr>
        <p:spPr>
          <a:xfrm>
            <a:off x="9220200" y="8610224"/>
            <a:ext cx="7810500" cy="6560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>
              <a:buFont typeface="Wingdings" panose="05000000000000000000" pitchFamily="2" charset="2"/>
              <a:buNone/>
              <a:defRPr sz="3200" b="1"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1pPr>
            <a:lvl2pPr marL="685800" indent="-228600">
              <a:buFont typeface="Wingdings" panose="05000000000000000000" pitchFamily="2" charset="2"/>
              <a:buChar char="u"/>
              <a:defRPr sz="3800" b="1"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2pPr>
            <a:lvl3pPr marL="914400" indent="0">
              <a:buFont typeface="Arial" panose="020B0604020202020204" pitchFamily="34" charset="0"/>
              <a:buNone/>
              <a:defRPr sz="3800" b="1"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3pPr>
            <a:lvl4pPr>
              <a:defRPr sz="3800" b="1"/>
            </a:lvl4pPr>
            <a:lvl5pPr>
              <a:defRPr sz="3800" b="1"/>
            </a:lvl5pPr>
          </a:lstStyle>
          <a:p>
            <a:pPr lvl="0"/>
            <a:r>
              <a:rPr kumimoji="1" lang="en-US" altLang="zh-TW" dirty="0" err="1"/>
              <a:t>aaa</a:t>
            </a:r>
            <a:r>
              <a:rPr kumimoji="1" lang="zh-TW" altLang="en-US" dirty="0"/>
              <a:t>按一下以編輯母片文字樣式</a:t>
            </a:r>
          </a:p>
          <a:p>
            <a:pPr lvl="2"/>
            <a:endParaRPr kumimoji="1" lang="zh-TW" altLang="en-US" dirty="0"/>
          </a:p>
        </p:txBody>
      </p:sp>
      <p:sp>
        <p:nvSpPr>
          <p:cNvPr id="9" name="內容版面配置區 2">
            <a:extLst>
              <a:ext uri="{FF2B5EF4-FFF2-40B4-BE49-F238E27FC236}">
                <a16:creationId xmlns:a16="http://schemas.microsoft.com/office/drawing/2014/main" id="{6AD57E72-237B-018F-2315-237C9AC48350}"/>
              </a:ext>
            </a:extLst>
          </p:cNvPr>
          <p:cNvSpPr>
            <a:spLocks noGrp="1"/>
          </p:cNvSpPr>
          <p:nvPr>
            <p:ph sz="half" idx="13" hasCustomPrompt="1"/>
          </p:nvPr>
        </p:nvSpPr>
        <p:spPr>
          <a:xfrm>
            <a:off x="1257300" y="2247900"/>
            <a:ext cx="7810500" cy="7018338"/>
          </a:xfrm>
        </p:spPr>
        <p:txBody>
          <a:bodyPr/>
          <a:lstStyle>
            <a:lvl1pPr marL="360000" indent="-360000">
              <a:defRPr sz="4000"/>
            </a:lvl1pPr>
            <a:lvl2pPr marL="817200" indent="-360000">
              <a:defRPr sz="3200"/>
            </a:lvl2pPr>
          </a:lstStyle>
          <a:p>
            <a:pPr lvl="0"/>
            <a:r>
              <a:rPr kumimoji="1" lang="en-US" altLang="zh-TW" dirty="0"/>
              <a:t>AAA</a:t>
            </a:r>
            <a:r>
              <a:rPr kumimoji="1" lang="zh-TW" altLang="en-US" dirty="0"/>
              <a:t>按一下以編輯母片文字樣式</a:t>
            </a:r>
            <a:endParaRPr kumimoji="1" lang="en-US" altLang="zh-TW" dirty="0"/>
          </a:p>
          <a:p>
            <a:pPr lvl="1"/>
            <a:r>
              <a:rPr kumimoji="1" lang="en-US" altLang="zh-TW" dirty="0"/>
              <a:t>AAA</a:t>
            </a:r>
            <a:r>
              <a:rPr kumimoji="1" lang="zh-TW" altLang="en-US" dirty="0"/>
              <a:t>按一下以編輯母片文字樣式</a:t>
            </a:r>
            <a:endParaRPr kumimoji="1" lang="en-US" altLang="zh-TW" dirty="0"/>
          </a:p>
          <a:p>
            <a:pPr lvl="2"/>
            <a:endParaRPr kumimoji="1"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67789764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E26992C-4CD5-CB5A-C39F-ADCE987404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72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kumimoji="1" lang="zh-TW" altLang="en-US" dirty="0"/>
              <a:t>按一下以編輯母片標題樣式</a:t>
            </a:r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88283551-2DCE-97F9-7AEC-524CEF86AC3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257300" y="9534525"/>
            <a:ext cx="4114800" cy="547688"/>
          </a:xfrm>
          <a:prstGeom prst="rect">
            <a:avLst/>
          </a:prstGeom>
        </p:spPr>
        <p:txBody>
          <a:bodyPr/>
          <a:lstStyle/>
          <a:p>
            <a:fld id="{07B0639C-65BF-4730-B6A6-3F0CA845C175}" type="datetime1">
              <a:rPr kumimoji="1" lang="zh-TW" altLang="en-US" smtClean="0"/>
              <a:t>2026/9/7</a:t>
            </a:fld>
            <a:endParaRPr kumimoji="1" lang="zh-TW" alt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61856971-1E57-94D4-57F1-937235B0E6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6" name="投影片編號版面配置區 7">
            <a:extLst>
              <a:ext uri="{FF2B5EF4-FFF2-40B4-BE49-F238E27FC236}">
                <a16:creationId xmlns:a16="http://schemas.microsoft.com/office/drawing/2014/main" id="{FD3CDB95-C38C-B8CA-C0E4-FB4A34D03BB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4020800" y="9671856"/>
            <a:ext cx="4114800" cy="5476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800">
                <a:solidFill>
                  <a:schemeClr val="bg1"/>
                </a:solidFill>
              </a:defRPr>
            </a:lvl1pPr>
          </a:lstStyle>
          <a:p>
            <a:fld id="{7133F845-E4A0-3649-90FB-D488CE304927}" type="slidenum">
              <a:rPr kumimoji="1" lang="zh-TW" altLang="en-US" smtClean="0"/>
              <a:pPr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33450157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>
            <a:extLst>
              <a:ext uri="{FF2B5EF4-FFF2-40B4-BE49-F238E27FC236}">
                <a16:creationId xmlns:a16="http://schemas.microsoft.com/office/drawing/2014/main" id="{EACC9509-B0B8-401A-A7FA-41C5B96D938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257300" y="9534525"/>
            <a:ext cx="4114800" cy="547688"/>
          </a:xfrm>
          <a:prstGeom prst="rect">
            <a:avLst/>
          </a:prstGeom>
        </p:spPr>
        <p:txBody>
          <a:bodyPr/>
          <a:lstStyle/>
          <a:p>
            <a:fld id="{711FBDE0-E058-4CA5-AE42-568EE12C4A8B}" type="datetime1">
              <a:rPr kumimoji="1" lang="zh-TW" altLang="en-US" smtClean="0"/>
              <a:t>2026/9/7</a:t>
            </a:fld>
            <a:endParaRPr kumimoji="1" lang="zh-TW" altLang="en-US"/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1FF1C392-E421-74FC-EFD8-8C3434F3EA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5" name="投影片編號版面配置區 7">
            <a:extLst>
              <a:ext uri="{FF2B5EF4-FFF2-40B4-BE49-F238E27FC236}">
                <a16:creationId xmlns:a16="http://schemas.microsoft.com/office/drawing/2014/main" id="{855A80D3-BDF2-48CF-E7CB-ADCD509F09C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4020800" y="9671856"/>
            <a:ext cx="4114800" cy="5476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800">
                <a:solidFill>
                  <a:schemeClr val="bg1"/>
                </a:solidFill>
              </a:defRPr>
            </a:lvl1pPr>
          </a:lstStyle>
          <a:p>
            <a:fld id="{7133F845-E4A0-3649-90FB-D488CE304927}" type="slidenum">
              <a:rPr kumimoji="1" lang="zh-TW" altLang="en-US" smtClean="0"/>
              <a:pPr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38790047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BC2C5AF-3C9C-7813-4FC3-399E96D20B6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260475" y="685800"/>
            <a:ext cx="5897563" cy="2400300"/>
          </a:xfrm>
        </p:spPr>
        <p:txBody>
          <a:bodyPr anchor="b">
            <a:noAutofit/>
          </a:bodyPr>
          <a:lstStyle>
            <a:lvl1pPr>
              <a:defRPr sz="72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kumimoji="1" lang="en-US" altLang="zh-TW" dirty="0" err="1"/>
              <a:t>aaa</a:t>
            </a:r>
            <a:r>
              <a:rPr kumimoji="1" lang="zh-TW" altLang="en-US" dirty="0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0B0F9F75-DE3A-6D87-8CB5-D2A69C6D8BBF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7775575" y="1481138"/>
            <a:ext cx="9258300" cy="7310437"/>
          </a:xfrm>
        </p:spPr>
        <p:txBody>
          <a:bodyPr/>
          <a:lstStyle>
            <a:lvl1pPr>
              <a:defRPr sz="40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>
              <a:defRPr sz="3200"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en-US" altLang="zh-TW" dirty="0" err="1"/>
              <a:t>aaa</a:t>
            </a:r>
            <a:r>
              <a:rPr kumimoji="1" lang="zh-TW" altLang="en-US" dirty="0"/>
              <a:t>按一下以編輯母片文字樣式</a:t>
            </a:r>
          </a:p>
          <a:p>
            <a:pPr lvl="1"/>
            <a:r>
              <a:rPr kumimoji="1" lang="en-US" altLang="zh-TW" dirty="0" err="1"/>
              <a:t>aaa</a:t>
            </a:r>
            <a:r>
              <a:rPr kumimoji="1" lang="zh-TW" altLang="en-US" dirty="0"/>
              <a:t>第二層</a:t>
            </a:r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BC133771-3DFF-A976-6D23-EDE42161334F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1260475" y="3086100"/>
            <a:ext cx="5897563" cy="5718175"/>
          </a:xfrm>
        </p:spPr>
        <p:txBody>
          <a:bodyPr>
            <a:normAutofit/>
          </a:bodyPr>
          <a:lstStyle>
            <a:lvl1pPr marL="0" indent="0">
              <a:buNone/>
              <a:defRPr sz="40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en-US" altLang="zh-TW" dirty="0" err="1"/>
              <a:t>aaa</a:t>
            </a:r>
            <a:r>
              <a:rPr kumimoji="1" lang="zh-TW" altLang="en-US" dirty="0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A387657A-7CDF-4C7F-D996-47CAFF0698C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257300" y="9534525"/>
            <a:ext cx="4114800" cy="547688"/>
          </a:xfrm>
          <a:prstGeom prst="rect">
            <a:avLst/>
          </a:prstGeom>
        </p:spPr>
        <p:txBody>
          <a:bodyPr/>
          <a:lstStyle/>
          <a:p>
            <a:fld id="{D7459946-82D3-42A7-84F1-623C3C564817}" type="datetime1">
              <a:rPr kumimoji="1" lang="zh-TW" altLang="en-US" smtClean="0"/>
              <a:t>2026/9/7</a:t>
            </a:fld>
            <a:endParaRPr kumimoji="1"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7CD3B01B-AB38-0EE4-33D9-A50CF828D8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8" name="投影片編號版面配置區 7">
            <a:extLst>
              <a:ext uri="{FF2B5EF4-FFF2-40B4-BE49-F238E27FC236}">
                <a16:creationId xmlns:a16="http://schemas.microsoft.com/office/drawing/2014/main" id="{AB7CFE1E-8826-91D2-2D47-C95C47EC6CD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4020800" y="9671856"/>
            <a:ext cx="4114800" cy="5476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800">
                <a:solidFill>
                  <a:schemeClr val="bg1"/>
                </a:solidFill>
              </a:defRPr>
            </a:lvl1pPr>
          </a:lstStyle>
          <a:p>
            <a:fld id="{7133F845-E4A0-3649-90FB-D488CE304927}" type="slidenum">
              <a:rPr kumimoji="1" lang="zh-TW" altLang="en-US" smtClean="0"/>
              <a:pPr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36411688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1ED2BFD-F769-A0BD-54C6-F2F933E4C47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260475" y="685800"/>
            <a:ext cx="5897563" cy="2400300"/>
          </a:xfrm>
        </p:spPr>
        <p:txBody>
          <a:bodyPr anchor="b">
            <a:noAutofit/>
          </a:bodyPr>
          <a:lstStyle>
            <a:lvl1pPr>
              <a:defRPr sz="7200"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1pPr>
          </a:lstStyle>
          <a:p>
            <a:r>
              <a:rPr kumimoji="1" lang="en-US" altLang="zh-TW" dirty="0" err="1"/>
              <a:t>aaa</a:t>
            </a:r>
            <a:r>
              <a:rPr kumimoji="1" lang="zh-TW" altLang="en-US" dirty="0"/>
              <a:t>按一下以編輯母片標題樣式</a:t>
            </a:r>
          </a:p>
        </p:txBody>
      </p:sp>
      <p:sp>
        <p:nvSpPr>
          <p:cNvPr id="3" name="圖片版面配置區 2">
            <a:extLst>
              <a:ext uri="{FF2B5EF4-FFF2-40B4-BE49-F238E27FC236}">
                <a16:creationId xmlns:a16="http://schemas.microsoft.com/office/drawing/2014/main" id="{55E28832-B687-C31C-E2FD-D9409158F01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7775575" y="1481138"/>
            <a:ext cx="9258300" cy="7310437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TW" altLang="en-US"/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A3224487-E447-AFE7-356C-AB99004ECF57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1260475" y="3086100"/>
            <a:ext cx="5897563" cy="5718175"/>
          </a:xfrm>
        </p:spPr>
        <p:txBody>
          <a:bodyPr>
            <a:normAutofit/>
          </a:bodyPr>
          <a:lstStyle>
            <a:lvl1pPr marL="0" indent="0">
              <a:buNone/>
              <a:defRPr sz="40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en-US" altLang="zh-TW" dirty="0" err="1"/>
              <a:t>aaa</a:t>
            </a:r>
            <a:r>
              <a:rPr kumimoji="1" lang="zh-TW" altLang="en-US" dirty="0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1A16E35D-65E1-6ACA-0F62-B898A8FC08B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257300" y="9534525"/>
            <a:ext cx="4114800" cy="547688"/>
          </a:xfrm>
          <a:prstGeom prst="rect">
            <a:avLst/>
          </a:prstGeom>
        </p:spPr>
        <p:txBody>
          <a:bodyPr/>
          <a:lstStyle/>
          <a:p>
            <a:fld id="{F1961DFA-F181-47E3-ADA4-F98B9052DC15}" type="datetime1">
              <a:rPr kumimoji="1" lang="zh-TW" altLang="en-US" smtClean="0"/>
              <a:t>2026/9/7</a:t>
            </a:fld>
            <a:endParaRPr kumimoji="1"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44E56FBD-53DB-DCD2-931D-D730893015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8" name="投影片編號版面配置區 7">
            <a:extLst>
              <a:ext uri="{FF2B5EF4-FFF2-40B4-BE49-F238E27FC236}">
                <a16:creationId xmlns:a16="http://schemas.microsoft.com/office/drawing/2014/main" id="{AD65ACE4-05A8-7C9F-6CDB-F69B9E3F4E8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4020800" y="9671856"/>
            <a:ext cx="4114800" cy="5476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800">
                <a:solidFill>
                  <a:schemeClr val="bg1"/>
                </a:solidFill>
              </a:defRPr>
            </a:lvl1pPr>
          </a:lstStyle>
          <a:p>
            <a:fld id="{7133F845-E4A0-3649-90FB-D488CE304927}" type="slidenum">
              <a:rPr kumimoji="1" lang="zh-TW" altLang="en-US" smtClean="0"/>
              <a:pPr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178567275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7AE6F94-6A13-E34B-C804-8C03B426F7C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kumimoji="1" lang="en-US" altLang="zh-TW" dirty="0" err="1"/>
              <a:t>aaa</a:t>
            </a:r>
            <a:r>
              <a:rPr kumimoji="1" lang="zh-TW" altLang="en-US" dirty="0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65022DE6-1FBE-B7FD-3191-125EAD32795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893CA057-593A-8A20-2209-34BE5820BA5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257300" y="9534525"/>
            <a:ext cx="4114800" cy="547688"/>
          </a:xfrm>
          <a:prstGeom prst="rect">
            <a:avLst/>
          </a:prstGeom>
        </p:spPr>
        <p:txBody>
          <a:bodyPr/>
          <a:lstStyle/>
          <a:p>
            <a:fld id="{77E372C5-1E45-4E86-B4AC-40865EEEB98C}" type="datetime1">
              <a:rPr kumimoji="1" lang="zh-TW" altLang="en-US" smtClean="0"/>
              <a:t>2026/9/7</a:t>
            </a:fld>
            <a:endParaRPr kumimoji="1"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61E3469F-EDD2-6A93-3BA0-2073D82026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7" name="投影片編號版面配置區 7">
            <a:extLst>
              <a:ext uri="{FF2B5EF4-FFF2-40B4-BE49-F238E27FC236}">
                <a16:creationId xmlns:a16="http://schemas.microsoft.com/office/drawing/2014/main" id="{ED31DDFD-0DA9-B357-4ECD-D681A48273B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4020800" y="9671856"/>
            <a:ext cx="4114800" cy="5476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800">
                <a:solidFill>
                  <a:schemeClr val="bg1"/>
                </a:solidFill>
              </a:defRPr>
            </a:lvl1pPr>
          </a:lstStyle>
          <a:p>
            <a:fld id="{7133F845-E4A0-3649-90FB-D488CE304927}" type="slidenum">
              <a:rPr kumimoji="1" lang="zh-TW" altLang="en-US" smtClean="0"/>
              <a:pPr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58276252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標題及圖片且有說明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圖片版面配置區 2">
            <a:extLst>
              <a:ext uri="{FF2B5EF4-FFF2-40B4-BE49-F238E27FC236}">
                <a16:creationId xmlns:a16="http://schemas.microsoft.com/office/drawing/2014/main" id="{56691237-12E0-A3EB-2603-2244F89B1732}"/>
              </a:ext>
            </a:extLst>
          </p:cNvPr>
          <p:cNvSpPr>
            <a:spLocks noGrp="1"/>
          </p:cNvSpPr>
          <p:nvPr>
            <p:ph type="pic" idx="13"/>
          </p:nvPr>
        </p:nvSpPr>
        <p:spPr>
          <a:xfrm>
            <a:off x="1257299" y="2247900"/>
            <a:ext cx="15773397" cy="6089652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TW" altLang="en-US"/>
          </a:p>
        </p:txBody>
      </p:sp>
      <p:sp>
        <p:nvSpPr>
          <p:cNvPr id="2" name="標題 1">
            <a:extLst>
              <a:ext uri="{FF2B5EF4-FFF2-40B4-BE49-F238E27FC236}">
                <a16:creationId xmlns:a16="http://schemas.microsoft.com/office/drawing/2014/main" id="{97AE6F94-6A13-E34B-C804-8C03B426F7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kumimoji="1" lang="zh-TW" altLang="en-US" dirty="0"/>
              <a:t>按一下以編輯母片標題樣式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893CA057-593A-8A20-2209-34BE5820BA5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257300" y="9534525"/>
            <a:ext cx="4114800" cy="547688"/>
          </a:xfrm>
          <a:prstGeom prst="rect">
            <a:avLst/>
          </a:prstGeom>
        </p:spPr>
        <p:txBody>
          <a:bodyPr/>
          <a:lstStyle/>
          <a:p>
            <a:fld id="{77E372C5-1E45-4E86-B4AC-40865EEEB98C}" type="datetime1">
              <a:rPr kumimoji="1" lang="zh-TW" altLang="en-US" smtClean="0"/>
              <a:t>2026/9/7</a:t>
            </a:fld>
            <a:endParaRPr kumimoji="1"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61E3469F-EDD2-6A93-3BA0-2073D82026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7" name="投影片編號版面配置區 7">
            <a:extLst>
              <a:ext uri="{FF2B5EF4-FFF2-40B4-BE49-F238E27FC236}">
                <a16:creationId xmlns:a16="http://schemas.microsoft.com/office/drawing/2014/main" id="{ED31DDFD-0DA9-B357-4ECD-D681A48273B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4020800" y="9671856"/>
            <a:ext cx="4114800" cy="5476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800">
                <a:solidFill>
                  <a:schemeClr val="bg1"/>
                </a:solidFill>
              </a:defRPr>
            </a:lvl1pPr>
          </a:lstStyle>
          <a:p>
            <a:fld id="{7133F845-E4A0-3649-90FB-D488CE304927}" type="slidenum">
              <a:rPr kumimoji="1" lang="zh-TW" altLang="en-US" smtClean="0"/>
              <a:pPr/>
              <a:t>‹#›</a:t>
            </a:fld>
            <a:endParaRPr kumimoji="1" lang="zh-TW" altLang="en-US"/>
          </a:p>
        </p:txBody>
      </p:sp>
      <p:sp>
        <p:nvSpPr>
          <p:cNvPr id="6" name="文字版面配置區 2">
            <a:extLst>
              <a:ext uri="{FF2B5EF4-FFF2-40B4-BE49-F238E27FC236}">
                <a16:creationId xmlns:a16="http://schemas.microsoft.com/office/drawing/2014/main" id="{3432D567-D258-670E-CDA4-B405B09C0443}"/>
              </a:ext>
            </a:extLst>
          </p:cNvPr>
          <p:cNvSpPr>
            <a:spLocks noGrp="1"/>
          </p:cNvSpPr>
          <p:nvPr>
            <p:ph idx="12" hasCustomPrompt="1"/>
          </p:nvPr>
        </p:nvSpPr>
        <p:spPr>
          <a:xfrm>
            <a:off x="1275313" y="8605839"/>
            <a:ext cx="15773398" cy="66039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>
              <a:buFont typeface="Wingdings" panose="05000000000000000000" pitchFamily="2" charset="2"/>
              <a:buNone/>
              <a:defRPr sz="3200" b="1"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1pPr>
            <a:lvl2pPr marL="685800" indent="-228600" algn="ctr">
              <a:buFont typeface="Wingdings" panose="05000000000000000000" pitchFamily="2" charset="2"/>
              <a:buChar char="u"/>
              <a:defRPr sz="3200" b="1"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2pPr>
            <a:lvl3pPr marL="1143000" indent="-228600" algn="ctr">
              <a:buFont typeface="Wingdings" panose="05000000000000000000" pitchFamily="2" charset="2"/>
              <a:buChar char="n"/>
              <a:defRPr sz="3200" b="1"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3pPr>
            <a:lvl4pPr>
              <a:defRPr sz="3800" b="1"/>
            </a:lvl4pPr>
            <a:lvl5pPr>
              <a:defRPr sz="3800" b="1"/>
            </a:lvl5pPr>
          </a:lstStyle>
          <a:p>
            <a:pPr lvl="0"/>
            <a:r>
              <a:rPr kumimoji="1" lang="en-US" altLang="zh-TW" dirty="0" err="1"/>
              <a:t>aaa</a:t>
            </a:r>
            <a:r>
              <a:rPr kumimoji="1" lang="zh-TW" altLang="en-US" dirty="0"/>
              <a:t>按一下以編輯母片文字樣式</a:t>
            </a:r>
          </a:p>
        </p:txBody>
      </p:sp>
    </p:spTree>
    <p:extLst>
      <p:ext uri="{BB962C8B-B14F-4D97-AF65-F5344CB8AC3E}">
        <p14:creationId xmlns:p14="http://schemas.microsoft.com/office/powerpoint/2010/main" val="366049765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標題有說明文字且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圖片版面配置區 2">
            <a:extLst>
              <a:ext uri="{FF2B5EF4-FFF2-40B4-BE49-F238E27FC236}">
                <a16:creationId xmlns:a16="http://schemas.microsoft.com/office/drawing/2014/main" id="{56691237-12E0-A3EB-2603-2244F89B1732}"/>
              </a:ext>
            </a:extLst>
          </p:cNvPr>
          <p:cNvSpPr>
            <a:spLocks noGrp="1"/>
          </p:cNvSpPr>
          <p:nvPr>
            <p:ph type="pic" idx="13"/>
          </p:nvPr>
        </p:nvSpPr>
        <p:spPr>
          <a:xfrm>
            <a:off x="1257300" y="3244848"/>
            <a:ext cx="15773397" cy="6089652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TW" altLang="en-US"/>
          </a:p>
        </p:txBody>
      </p:sp>
      <p:sp>
        <p:nvSpPr>
          <p:cNvPr id="2" name="標題 1">
            <a:extLst>
              <a:ext uri="{FF2B5EF4-FFF2-40B4-BE49-F238E27FC236}">
                <a16:creationId xmlns:a16="http://schemas.microsoft.com/office/drawing/2014/main" id="{97AE6F94-6A13-E34B-C804-8C03B426F7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kumimoji="1" lang="zh-TW" altLang="en-US" dirty="0"/>
              <a:t>按一下以編輯母片標題樣式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893CA057-593A-8A20-2209-34BE5820BA5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257300" y="9534525"/>
            <a:ext cx="4114800" cy="547688"/>
          </a:xfrm>
          <a:prstGeom prst="rect">
            <a:avLst/>
          </a:prstGeom>
        </p:spPr>
        <p:txBody>
          <a:bodyPr/>
          <a:lstStyle/>
          <a:p>
            <a:fld id="{77E372C5-1E45-4E86-B4AC-40865EEEB98C}" type="datetime1">
              <a:rPr kumimoji="1" lang="zh-TW" altLang="en-US" smtClean="0"/>
              <a:t>2026/9/7</a:t>
            </a:fld>
            <a:endParaRPr kumimoji="1"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61E3469F-EDD2-6A93-3BA0-2073D82026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7" name="投影片編號版面配置區 7">
            <a:extLst>
              <a:ext uri="{FF2B5EF4-FFF2-40B4-BE49-F238E27FC236}">
                <a16:creationId xmlns:a16="http://schemas.microsoft.com/office/drawing/2014/main" id="{ED31DDFD-0DA9-B357-4ECD-D681A48273B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4020800" y="9671856"/>
            <a:ext cx="4114800" cy="5476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800">
                <a:solidFill>
                  <a:schemeClr val="bg1"/>
                </a:solidFill>
              </a:defRPr>
            </a:lvl1pPr>
          </a:lstStyle>
          <a:p>
            <a:fld id="{7133F845-E4A0-3649-90FB-D488CE304927}" type="slidenum">
              <a:rPr kumimoji="1" lang="zh-TW" altLang="en-US" smtClean="0"/>
              <a:pPr/>
              <a:t>‹#›</a:t>
            </a:fld>
            <a:endParaRPr kumimoji="1" lang="zh-TW" altLang="en-US"/>
          </a:p>
        </p:txBody>
      </p:sp>
      <p:sp>
        <p:nvSpPr>
          <p:cNvPr id="6" name="文字版面配置區 2">
            <a:extLst>
              <a:ext uri="{FF2B5EF4-FFF2-40B4-BE49-F238E27FC236}">
                <a16:creationId xmlns:a16="http://schemas.microsoft.com/office/drawing/2014/main" id="{3432D567-D258-670E-CDA4-B405B09C0443}"/>
              </a:ext>
            </a:extLst>
          </p:cNvPr>
          <p:cNvSpPr>
            <a:spLocks noGrp="1"/>
          </p:cNvSpPr>
          <p:nvPr>
            <p:ph idx="12" hasCustomPrompt="1"/>
          </p:nvPr>
        </p:nvSpPr>
        <p:spPr>
          <a:xfrm>
            <a:off x="1257299" y="2247900"/>
            <a:ext cx="15773398" cy="66039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>
              <a:buFont typeface="Wingdings" panose="05000000000000000000" pitchFamily="2" charset="2"/>
              <a:buNone/>
              <a:defRPr sz="3200" b="1"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1pPr>
            <a:lvl2pPr marL="685800" indent="-228600" algn="just">
              <a:buFont typeface="Wingdings" panose="05000000000000000000" pitchFamily="2" charset="2"/>
              <a:buChar char="u"/>
              <a:defRPr sz="3200" b="1"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2pPr>
            <a:lvl3pPr marL="1143000" indent="-228600" algn="just">
              <a:buFont typeface="Wingdings" panose="05000000000000000000" pitchFamily="2" charset="2"/>
              <a:buChar char="n"/>
              <a:defRPr sz="3200" b="1"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3pPr>
            <a:lvl4pPr>
              <a:defRPr sz="3800" b="1"/>
            </a:lvl4pPr>
            <a:lvl5pPr>
              <a:defRPr sz="3800" b="1"/>
            </a:lvl5pPr>
          </a:lstStyle>
          <a:p>
            <a:pPr lvl="0"/>
            <a:r>
              <a:rPr kumimoji="1" lang="en-US" altLang="zh-TW" dirty="0"/>
              <a:t>	</a:t>
            </a:r>
            <a:r>
              <a:rPr kumimoji="1" lang="en-US" altLang="zh-TW" dirty="0" err="1"/>
              <a:t>aaa</a:t>
            </a:r>
            <a:r>
              <a:rPr kumimoji="1" lang="zh-TW" altLang="en-US" dirty="0"/>
              <a:t>按一下以編輯母片文字樣式</a:t>
            </a:r>
          </a:p>
        </p:txBody>
      </p:sp>
    </p:spTree>
    <p:extLst>
      <p:ext uri="{BB962C8B-B14F-4D97-AF65-F5344CB8AC3E}">
        <p14:creationId xmlns:p14="http://schemas.microsoft.com/office/powerpoint/2010/main" val="350031617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標題及圖片且上下有說明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圖片版面配置區 2">
            <a:extLst>
              <a:ext uri="{FF2B5EF4-FFF2-40B4-BE49-F238E27FC236}">
                <a16:creationId xmlns:a16="http://schemas.microsoft.com/office/drawing/2014/main" id="{56691237-12E0-A3EB-2603-2244F89B1732}"/>
              </a:ext>
            </a:extLst>
          </p:cNvPr>
          <p:cNvSpPr>
            <a:spLocks noGrp="1"/>
          </p:cNvSpPr>
          <p:nvPr>
            <p:ph type="pic" idx="13"/>
          </p:nvPr>
        </p:nvSpPr>
        <p:spPr>
          <a:xfrm>
            <a:off x="1257299" y="3290888"/>
            <a:ext cx="15773397" cy="5046664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TW" altLang="en-US"/>
          </a:p>
        </p:txBody>
      </p:sp>
      <p:sp>
        <p:nvSpPr>
          <p:cNvPr id="2" name="標題 1">
            <a:extLst>
              <a:ext uri="{FF2B5EF4-FFF2-40B4-BE49-F238E27FC236}">
                <a16:creationId xmlns:a16="http://schemas.microsoft.com/office/drawing/2014/main" id="{97AE6F94-6A13-E34B-C804-8C03B426F7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kumimoji="1" lang="zh-TW" altLang="en-US" dirty="0"/>
              <a:t>按一下以編輯母片標題樣式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893CA057-593A-8A20-2209-34BE5820BA5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257300" y="9534525"/>
            <a:ext cx="4114800" cy="547688"/>
          </a:xfrm>
          <a:prstGeom prst="rect">
            <a:avLst/>
          </a:prstGeom>
        </p:spPr>
        <p:txBody>
          <a:bodyPr/>
          <a:lstStyle/>
          <a:p>
            <a:fld id="{77E372C5-1E45-4E86-B4AC-40865EEEB98C}" type="datetime1">
              <a:rPr kumimoji="1" lang="zh-TW" altLang="en-US" smtClean="0"/>
              <a:t>2026/9/7</a:t>
            </a:fld>
            <a:endParaRPr kumimoji="1"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61E3469F-EDD2-6A93-3BA0-2073D82026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7" name="投影片編號版面配置區 7">
            <a:extLst>
              <a:ext uri="{FF2B5EF4-FFF2-40B4-BE49-F238E27FC236}">
                <a16:creationId xmlns:a16="http://schemas.microsoft.com/office/drawing/2014/main" id="{ED31DDFD-0DA9-B357-4ECD-D681A48273B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4020800" y="9671856"/>
            <a:ext cx="4114800" cy="5476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800">
                <a:solidFill>
                  <a:schemeClr val="bg1"/>
                </a:solidFill>
              </a:defRPr>
            </a:lvl1pPr>
          </a:lstStyle>
          <a:p>
            <a:fld id="{7133F845-E4A0-3649-90FB-D488CE304927}" type="slidenum">
              <a:rPr kumimoji="1" lang="zh-TW" altLang="en-US" smtClean="0"/>
              <a:pPr/>
              <a:t>‹#›</a:t>
            </a:fld>
            <a:endParaRPr kumimoji="1" lang="zh-TW" altLang="en-US"/>
          </a:p>
        </p:txBody>
      </p:sp>
      <p:sp>
        <p:nvSpPr>
          <p:cNvPr id="6" name="文字版面配置區 2">
            <a:extLst>
              <a:ext uri="{FF2B5EF4-FFF2-40B4-BE49-F238E27FC236}">
                <a16:creationId xmlns:a16="http://schemas.microsoft.com/office/drawing/2014/main" id="{3432D567-D258-670E-CDA4-B405B09C0443}"/>
              </a:ext>
            </a:extLst>
          </p:cNvPr>
          <p:cNvSpPr>
            <a:spLocks noGrp="1"/>
          </p:cNvSpPr>
          <p:nvPr>
            <p:ph idx="12" hasCustomPrompt="1"/>
          </p:nvPr>
        </p:nvSpPr>
        <p:spPr>
          <a:xfrm>
            <a:off x="1275313" y="8605839"/>
            <a:ext cx="15773398" cy="66039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>
              <a:buFont typeface="Wingdings" panose="05000000000000000000" pitchFamily="2" charset="2"/>
              <a:buNone/>
              <a:defRPr sz="3200" b="1"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1pPr>
            <a:lvl2pPr marL="685800" indent="-228600" algn="ctr">
              <a:buFont typeface="Wingdings" panose="05000000000000000000" pitchFamily="2" charset="2"/>
              <a:buChar char="u"/>
              <a:defRPr sz="3200" b="1"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2pPr>
            <a:lvl3pPr marL="1143000" indent="-228600" algn="ctr">
              <a:buFont typeface="Wingdings" panose="05000000000000000000" pitchFamily="2" charset="2"/>
              <a:buChar char="n"/>
              <a:defRPr sz="3200" b="1"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3pPr>
            <a:lvl4pPr>
              <a:defRPr sz="3800" b="1"/>
            </a:lvl4pPr>
            <a:lvl5pPr>
              <a:defRPr sz="3800" b="1"/>
            </a:lvl5pPr>
          </a:lstStyle>
          <a:p>
            <a:pPr lvl="0"/>
            <a:r>
              <a:rPr kumimoji="1" lang="en-US" altLang="zh-TW" dirty="0" err="1"/>
              <a:t>aaa</a:t>
            </a:r>
            <a:r>
              <a:rPr kumimoji="1" lang="zh-TW" altLang="en-US" dirty="0"/>
              <a:t>按一下以編輯母片文字樣式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96F99371-F001-BBAF-BDAD-66CEAADA9E9F}"/>
              </a:ext>
            </a:extLst>
          </p:cNvPr>
          <p:cNvSpPr>
            <a:spLocks noGrp="1"/>
          </p:cNvSpPr>
          <p:nvPr>
            <p:ph idx="14" hasCustomPrompt="1"/>
          </p:nvPr>
        </p:nvSpPr>
        <p:spPr>
          <a:xfrm>
            <a:off x="1257298" y="2308225"/>
            <a:ext cx="15773398" cy="66039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>
              <a:buFont typeface="Wingdings" panose="05000000000000000000" pitchFamily="2" charset="2"/>
              <a:buNone/>
              <a:defRPr sz="3200" b="1"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1pPr>
            <a:lvl2pPr marL="685800" indent="-228600" algn="ctr">
              <a:buFont typeface="Wingdings" panose="05000000000000000000" pitchFamily="2" charset="2"/>
              <a:buChar char="u"/>
              <a:defRPr sz="3200" b="1"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2pPr>
            <a:lvl3pPr marL="1143000" indent="-228600" algn="ctr">
              <a:buFont typeface="Wingdings" panose="05000000000000000000" pitchFamily="2" charset="2"/>
              <a:buChar char="n"/>
              <a:defRPr sz="3200" b="1"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3pPr>
            <a:lvl4pPr>
              <a:defRPr sz="3800" b="1"/>
            </a:lvl4pPr>
            <a:lvl5pPr>
              <a:defRPr sz="3800" b="1"/>
            </a:lvl5pPr>
          </a:lstStyle>
          <a:p>
            <a:pPr lvl="0"/>
            <a:r>
              <a:rPr kumimoji="1" lang="en-US" altLang="zh-TW" dirty="0" err="1"/>
              <a:t>aaa</a:t>
            </a:r>
            <a:r>
              <a:rPr kumimoji="1" lang="zh-TW" altLang="en-US" dirty="0"/>
              <a:t>按一下以編輯母片文字樣式</a:t>
            </a:r>
          </a:p>
        </p:txBody>
      </p:sp>
    </p:spTree>
    <p:extLst>
      <p:ext uri="{BB962C8B-B14F-4D97-AF65-F5344CB8AC3E}">
        <p14:creationId xmlns:p14="http://schemas.microsoft.com/office/powerpoint/2010/main" val="244424794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>
            <a:extLst>
              <a:ext uri="{FF2B5EF4-FFF2-40B4-BE49-F238E27FC236}">
                <a16:creationId xmlns:a16="http://schemas.microsoft.com/office/drawing/2014/main" id="{B8D752D5-980A-8EF1-434A-BAD92C8945E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13087350" y="547688"/>
            <a:ext cx="3943350" cy="8718550"/>
          </a:xfrm>
        </p:spPr>
        <p:txBody>
          <a:bodyPr vert="eaVert"/>
          <a:lstStyle/>
          <a:p>
            <a:r>
              <a:rPr kumimoji="1" lang="zh-TW" altLang="en-US" dirty="0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AECBC194-AC0F-4B24-38EB-3A6AB52B2D7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1257300" y="547688"/>
            <a:ext cx="11677650" cy="8718550"/>
          </a:xfrm>
        </p:spPr>
        <p:txBody>
          <a:bodyPr vert="eaVert"/>
          <a:lstStyle/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D0B54F4B-F3E5-C3CA-D558-27BCD2DB5FD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257300" y="9534525"/>
            <a:ext cx="4114800" cy="547688"/>
          </a:xfrm>
          <a:prstGeom prst="rect">
            <a:avLst/>
          </a:prstGeom>
        </p:spPr>
        <p:txBody>
          <a:bodyPr/>
          <a:lstStyle/>
          <a:p>
            <a:fld id="{E98CA65C-33B3-4633-8EE1-25C0AAE44C8B}" type="datetime1">
              <a:rPr kumimoji="1" lang="zh-TW" altLang="en-US" smtClean="0"/>
              <a:t>2026/9/7</a:t>
            </a:fld>
            <a:endParaRPr kumimoji="1"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A7951F3F-1D4F-552B-B0DE-7C76C3DE32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7" name="投影片編號版面配置區 7">
            <a:extLst>
              <a:ext uri="{FF2B5EF4-FFF2-40B4-BE49-F238E27FC236}">
                <a16:creationId xmlns:a16="http://schemas.microsoft.com/office/drawing/2014/main" id="{8B9BEEA0-ECAD-8BCC-B146-1216F23BA8C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4020800" y="9671856"/>
            <a:ext cx="4114800" cy="5476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800">
                <a:solidFill>
                  <a:schemeClr val="bg1"/>
                </a:solidFill>
              </a:defRPr>
            </a:lvl1pPr>
          </a:lstStyle>
          <a:p>
            <a:fld id="{7133F845-E4A0-3649-90FB-D488CE304927}" type="slidenum">
              <a:rPr kumimoji="1" lang="zh-TW" altLang="en-US" smtClean="0"/>
              <a:pPr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310960978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3713AD0-84F6-65FD-9503-0F168B10E57D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2286000" y="1684338"/>
            <a:ext cx="13716000" cy="3581400"/>
          </a:xfrm>
        </p:spPr>
        <p:txBody>
          <a:bodyPr anchor="b">
            <a:normAutofit/>
          </a:bodyPr>
          <a:lstStyle>
            <a:lvl1pPr algn="ctr">
              <a:defRPr sz="72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kumimoji="1" lang="en-US" altLang="zh-TW" dirty="0" err="1"/>
              <a:t>aaa</a:t>
            </a:r>
            <a:r>
              <a:rPr kumimoji="1" lang="zh-TW" altLang="en-US" dirty="0"/>
              <a:t>按一下以編輯母片標題樣式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8DF1484B-239E-F1A9-5AB1-ED052C8E5142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2286000" y="5403850"/>
            <a:ext cx="13716000" cy="2482850"/>
          </a:xfrm>
        </p:spPr>
        <p:txBody>
          <a:bodyPr/>
          <a:lstStyle>
            <a:lvl1pPr marL="0" indent="0" algn="ctr">
              <a:buNone/>
              <a:defRPr sz="24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en-US" altLang="zh-TW" dirty="0" err="1"/>
              <a:t>aaa</a:t>
            </a:r>
            <a:r>
              <a:rPr kumimoji="1" lang="zh-TW" altLang="en-US" dirty="0"/>
              <a:t>按一下以編輯母片子標題樣式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8D8537A0-DCEB-D13B-E64D-D2F68C2093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BFED3B-D932-43F8-B281-4CCF22AC149F}" type="datetime1">
              <a:rPr kumimoji="1" lang="zh-TW" altLang="en-US" smtClean="0"/>
              <a:t>2026/9/7</a:t>
            </a:fld>
            <a:endParaRPr kumimoji="1"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A03C447B-2A74-8FCD-C91F-AD1B50A204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7" name="投影片編號版面配置區 7">
            <a:extLst>
              <a:ext uri="{FF2B5EF4-FFF2-40B4-BE49-F238E27FC236}">
                <a16:creationId xmlns:a16="http://schemas.microsoft.com/office/drawing/2014/main" id="{026E1ADF-0000-CF46-580F-B82F21A26C4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4020800" y="9671856"/>
            <a:ext cx="4114800" cy="5476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800">
                <a:solidFill>
                  <a:schemeClr val="bg1"/>
                </a:solidFill>
              </a:defRPr>
            </a:lvl1pPr>
          </a:lstStyle>
          <a:p>
            <a:fld id="{7133F845-E4A0-3649-90FB-D488CE304927}" type="slidenum">
              <a:rPr kumimoji="1" lang="zh-TW" altLang="en-US" smtClean="0"/>
              <a:pPr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277234788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F25A83D-5AD1-DA67-FB24-07A26869159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kumimoji="1" lang="en-US" altLang="zh-TW" dirty="0"/>
              <a:t>a</a:t>
            </a:r>
            <a:r>
              <a:rPr kumimoji="1" lang="zh-TW" altLang="en-US" dirty="0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BA7D49C3-1489-3747-6788-BABC861FB907}"/>
              </a:ext>
            </a:extLst>
          </p:cNvPr>
          <p:cNvSpPr>
            <a:spLocks noGrp="1"/>
          </p:cNvSpPr>
          <p:nvPr>
            <p:ph idx="1" hasCustomPrompt="1"/>
          </p:nvPr>
        </p:nvSpPr>
        <p:spPr/>
        <p:txBody>
          <a:bodyPr/>
          <a:lstStyle>
            <a:lvl1pPr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</a:lstStyle>
          <a:p>
            <a:pPr lvl="0"/>
            <a:r>
              <a:rPr kumimoji="1" lang="en-US" altLang="zh-TW" dirty="0"/>
              <a:t>aa</a:t>
            </a:r>
            <a:r>
              <a:rPr kumimoji="1" lang="zh-TW" altLang="en-US" dirty="0"/>
              <a:t>按一下以編輯母片文字樣式</a:t>
            </a:r>
          </a:p>
          <a:p>
            <a:pPr lvl="1"/>
            <a:r>
              <a:rPr kumimoji="1" lang="en-US" altLang="zh-TW" dirty="0"/>
              <a:t>aa</a:t>
            </a:r>
            <a:r>
              <a:rPr kumimoji="1" lang="zh-TW" altLang="en-US" dirty="0"/>
              <a:t>第二層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066D3072-BAA0-4DFA-32EE-3B794EFBF1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2F67AA-4045-42BC-B941-D12DE0E91F9E}" type="datetime1">
              <a:rPr kumimoji="1" lang="zh-TW" altLang="en-US" smtClean="0"/>
              <a:t>2026/9/7</a:t>
            </a:fld>
            <a:endParaRPr kumimoji="1"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42FECF38-58A0-D783-EE79-6EDB7C2AA5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7" name="投影片編號版面配置區 7">
            <a:extLst>
              <a:ext uri="{FF2B5EF4-FFF2-40B4-BE49-F238E27FC236}">
                <a16:creationId xmlns:a16="http://schemas.microsoft.com/office/drawing/2014/main" id="{EB6A4F64-4E0D-1EB7-4D0F-B57AA635BB4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4020800" y="9671856"/>
            <a:ext cx="4114800" cy="5476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800">
                <a:solidFill>
                  <a:schemeClr val="bg1"/>
                </a:solidFill>
              </a:defRPr>
            </a:lvl1pPr>
          </a:lstStyle>
          <a:p>
            <a:fld id="{7133F845-E4A0-3649-90FB-D488CE304927}" type="slidenum">
              <a:rPr kumimoji="1" lang="zh-TW" altLang="en-US" smtClean="0"/>
              <a:pPr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122284049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880D21B-F4A5-7D10-9BAD-8CA863A621A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247775" y="2565400"/>
            <a:ext cx="15773400" cy="4278313"/>
          </a:xfrm>
        </p:spPr>
        <p:txBody>
          <a:bodyPr anchor="b"/>
          <a:lstStyle>
            <a:lvl1pPr>
              <a:defRPr sz="72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kumimoji="1" lang="en-US" altLang="zh-TW" dirty="0"/>
              <a:t>aa</a:t>
            </a:r>
            <a:r>
              <a:rPr kumimoji="1" lang="zh-TW" altLang="en-US" dirty="0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81910C20-B926-7C99-424C-3661DE5D5C67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1247775" y="6884988"/>
            <a:ext cx="15773400" cy="22494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en-US" altLang="zh-TW" dirty="0"/>
              <a:t>aa</a:t>
            </a:r>
            <a:r>
              <a:rPr kumimoji="1" lang="zh-TW" altLang="en-US" dirty="0"/>
              <a:t>按一下以編輯母片文字樣式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83530FBA-BC34-C11D-2735-32F6B707AF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DFFAAD-2C41-4E10-A455-EB4D8B8018D3}" type="datetime1">
              <a:rPr kumimoji="1" lang="zh-TW" altLang="en-US" smtClean="0"/>
              <a:t>2026/9/7</a:t>
            </a:fld>
            <a:endParaRPr kumimoji="1"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38566C08-163B-1FA4-C797-F9C9F4A11D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7" name="投影片編號版面配置區 7">
            <a:extLst>
              <a:ext uri="{FF2B5EF4-FFF2-40B4-BE49-F238E27FC236}">
                <a16:creationId xmlns:a16="http://schemas.microsoft.com/office/drawing/2014/main" id="{EBA92ABD-C7DA-2BEB-05C1-EBED4486CBC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4020800" y="9671856"/>
            <a:ext cx="4114800" cy="5476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800">
                <a:solidFill>
                  <a:schemeClr val="bg1"/>
                </a:solidFill>
              </a:defRPr>
            </a:lvl1pPr>
          </a:lstStyle>
          <a:p>
            <a:fld id="{7133F845-E4A0-3649-90FB-D488CE304927}" type="slidenum">
              <a:rPr kumimoji="1" lang="zh-TW" altLang="en-US" smtClean="0"/>
              <a:pPr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10549870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376630B-2796-17E8-C0A0-D037D5D1C68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kumimoji="1" lang="en-US" altLang="zh-TW" dirty="0"/>
              <a:t>a</a:t>
            </a:r>
            <a:r>
              <a:rPr kumimoji="1" lang="zh-TW" altLang="en-US" dirty="0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E7A5A5EA-8CBC-7D28-0342-FF2FDAF21531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1257300" y="2738438"/>
            <a:ext cx="7810500" cy="6527800"/>
          </a:xfrm>
        </p:spPr>
        <p:txBody>
          <a:bodyPr/>
          <a:lstStyle>
            <a:lvl1pPr>
              <a:defRPr sz="40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>
              <a:defRPr sz="3200"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</a:lstStyle>
          <a:p>
            <a:pPr lvl="0"/>
            <a:r>
              <a:rPr kumimoji="1" lang="en-US" altLang="zh-TW" dirty="0"/>
              <a:t>aa</a:t>
            </a:r>
            <a:r>
              <a:rPr kumimoji="1" lang="zh-TW" altLang="en-US" dirty="0"/>
              <a:t>按一下以編輯母片文字樣式</a:t>
            </a:r>
          </a:p>
          <a:p>
            <a:pPr lvl="1"/>
            <a:r>
              <a:rPr kumimoji="1" lang="en-US" altLang="zh-TW" dirty="0"/>
              <a:t>aa</a:t>
            </a:r>
            <a:r>
              <a:rPr kumimoji="1" lang="zh-TW" altLang="en-US" dirty="0"/>
              <a:t>第二層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F9431CA1-8A49-ABFC-6A6E-FDFF1086A989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9220200" y="2738438"/>
            <a:ext cx="7810500" cy="6527800"/>
          </a:xfrm>
        </p:spPr>
        <p:txBody>
          <a:bodyPr/>
          <a:lstStyle>
            <a:lvl1pPr>
              <a:defRPr sz="40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>
              <a:defRPr sz="3200"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</a:lstStyle>
          <a:p>
            <a:pPr lvl="0"/>
            <a:r>
              <a:rPr kumimoji="1" lang="en-US" altLang="zh-TW" dirty="0"/>
              <a:t>aa</a:t>
            </a:r>
            <a:r>
              <a:rPr kumimoji="1" lang="zh-TW" altLang="en-US" dirty="0"/>
              <a:t>按一下以編輯母片文字樣式</a:t>
            </a:r>
          </a:p>
          <a:p>
            <a:pPr lvl="1"/>
            <a:r>
              <a:rPr kumimoji="1" lang="en-US" altLang="zh-TW" dirty="0"/>
              <a:t>aa</a:t>
            </a:r>
            <a:r>
              <a:rPr kumimoji="1" lang="zh-TW" altLang="en-US" dirty="0"/>
              <a:t>第二層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80F35FF4-7DF3-3BF3-5CBE-34FB31A4F0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AA638A-0EFA-4072-A48E-098D7787B08E}" type="datetime1">
              <a:rPr kumimoji="1" lang="zh-TW" altLang="en-US" smtClean="0"/>
              <a:t>2026/9/7</a:t>
            </a:fld>
            <a:endParaRPr kumimoji="1"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5EEF2230-A331-D919-2B34-37CFF43626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8" name="投影片編號版面配置區 7">
            <a:extLst>
              <a:ext uri="{FF2B5EF4-FFF2-40B4-BE49-F238E27FC236}">
                <a16:creationId xmlns:a16="http://schemas.microsoft.com/office/drawing/2014/main" id="{3D9BC4B1-F3E1-FFCD-A6CD-D85E27EABD4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4020800" y="9671856"/>
            <a:ext cx="4114800" cy="5476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800">
                <a:solidFill>
                  <a:schemeClr val="bg1"/>
                </a:solidFill>
              </a:defRPr>
            </a:lvl1pPr>
          </a:lstStyle>
          <a:p>
            <a:fld id="{7133F845-E4A0-3649-90FB-D488CE304927}" type="slidenum">
              <a:rPr kumimoji="1" lang="zh-TW" altLang="en-US" smtClean="0"/>
              <a:pPr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405234236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7158BA4-D4AE-F67F-4AA9-B740EEFE1DF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260475" y="547688"/>
            <a:ext cx="15773400" cy="1989137"/>
          </a:xfrm>
        </p:spPr>
        <p:txBody>
          <a:bodyPr/>
          <a:lstStyle>
            <a:lvl1pPr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kumimoji="1" lang="en-US" altLang="zh-TW" dirty="0"/>
              <a:t>aa</a:t>
            </a:r>
            <a:r>
              <a:rPr kumimoji="1" lang="zh-TW" altLang="en-US" dirty="0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B09EDE40-043F-9DD0-20B5-6EA8D47A134B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1260475" y="2522538"/>
            <a:ext cx="7735888" cy="1235075"/>
          </a:xfrm>
        </p:spPr>
        <p:txBody>
          <a:bodyPr anchor="b"/>
          <a:lstStyle>
            <a:lvl1pPr marL="0" indent="0">
              <a:buNone/>
              <a:defRPr sz="2400" b="1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en-US" altLang="zh-TW" dirty="0"/>
              <a:t>aa</a:t>
            </a:r>
            <a:r>
              <a:rPr kumimoji="1" lang="zh-TW" altLang="en-US" dirty="0"/>
              <a:t>按一下以編輯母片文字樣式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5339C03C-3599-9382-21BC-C0760E75FB3D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1260475" y="3757613"/>
            <a:ext cx="7735888" cy="5527675"/>
          </a:xfrm>
        </p:spPr>
        <p:txBody>
          <a:bodyPr/>
          <a:lstStyle>
            <a:lvl1pPr>
              <a:defRPr sz="40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>
              <a:defRPr sz="3200"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</a:lstStyle>
          <a:p>
            <a:pPr lvl="0"/>
            <a:r>
              <a:rPr kumimoji="1" lang="en-US" altLang="zh-TW" dirty="0"/>
              <a:t>aa</a:t>
            </a:r>
            <a:r>
              <a:rPr kumimoji="1" lang="zh-TW" altLang="en-US" dirty="0"/>
              <a:t>按一下以編輯母片文字樣式</a:t>
            </a:r>
          </a:p>
          <a:p>
            <a:pPr lvl="1"/>
            <a:r>
              <a:rPr kumimoji="1" lang="en-US" altLang="zh-TW" dirty="0"/>
              <a:t>aa</a:t>
            </a:r>
            <a:r>
              <a:rPr kumimoji="1" lang="zh-TW" altLang="en-US" dirty="0"/>
              <a:t>第二層</a:t>
            </a:r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AD4FC4A0-F21A-78D7-692C-CE201F2559A5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9258300" y="2522538"/>
            <a:ext cx="7775575" cy="1235075"/>
          </a:xfrm>
        </p:spPr>
        <p:txBody>
          <a:bodyPr anchor="b"/>
          <a:lstStyle>
            <a:lvl1pPr marL="0" indent="0">
              <a:buNone/>
              <a:defRPr sz="2400" b="1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en-US" altLang="zh-TW" dirty="0"/>
              <a:t>aa</a:t>
            </a:r>
            <a:r>
              <a:rPr kumimoji="1" lang="zh-TW" altLang="en-US" dirty="0"/>
              <a:t>按一下以編輯母片文字樣式</a:t>
            </a:r>
          </a:p>
        </p:txBody>
      </p:sp>
      <p:sp>
        <p:nvSpPr>
          <p:cNvPr id="6" name="內容版面配置區 5">
            <a:extLst>
              <a:ext uri="{FF2B5EF4-FFF2-40B4-BE49-F238E27FC236}">
                <a16:creationId xmlns:a16="http://schemas.microsoft.com/office/drawing/2014/main" id="{EF28F4C0-D69D-2DF5-2EB7-723041270289}"/>
              </a:ext>
            </a:extLst>
          </p:cNvPr>
          <p:cNvSpPr>
            <a:spLocks noGrp="1"/>
          </p:cNvSpPr>
          <p:nvPr>
            <p:ph sz="quarter" idx="4" hasCustomPrompt="1"/>
          </p:nvPr>
        </p:nvSpPr>
        <p:spPr>
          <a:xfrm>
            <a:off x="9258300" y="3757613"/>
            <a:ext cx="7775575" cy="5527675"/>
          </a:xfrm>
        </p:spPr>
        <p:txBody>
          <a:bodyPr/>
          <a:lstStyle>
            <a:lvl1pPr>
              <a:defRPr sz="40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>
              <a:defRPr sz="3200"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</a:lstStyle>
          <a:p>
            <a:pPr lvl="0"/>
            <a:r>
              <a:rPr kumimoji="1" lang="en-US" altLang="zh-TW" dirty="0"/>
              <a:t>aa</a:t>
            </a:r>
            <a:r>
              <a:rPr kumimoji="1" lang="zh-TW" altLang="en-US" dirty="0"/>
              <a:t>按一下以編輯母片文字樣式</a:t>
            </a:r>
          </a:p>
          <a:p>
            <a:pPr lvl="1"/>
            <a:r>
              <a:rPr kumimoji="1" lang="en-US" altLang="zh-TW" dirty="0"/>
              <a:t>aa</a:t>
            </a:r>
            <a:r>
              <a:rPr kumimoji="1" lang="zh-TW" altLang="en-US" dirty="0"/>
              <a:t>第二層</a:t>
            </a:r>
          </a:p>
        </p:txBody>
      </p:sp>
      <p:sp>
        <p:nvSpPr>
          <p:cNvPr id="7" name="日期版面配置區 6">
            <a:extLst>
              <a:ext uri="{FF2B5EF4-FFF2-40B4-BE49-F238E27FC236}">
                <a16:creationId xmlns:a16="http://schemas.microsoft.com/office/drawing/2014/main" id="{404B7E12-E117-B2D8-C291-7A44FB0015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D56397-0909-4366-BAEB-F018D57B3525}" type="datetime1">
              <a:rPr kumimoji="1" lang="zh-TW" altLang="en-US" smtClean="0"/>
              <a:t>2026/9/7</a:t>
            </a:fld>
            <a:endParaRPr kumimoji="1" lang="zh-TW" altLang="en-US"/>
          </a:p>
        </p:txBody>
      </p:sp>
      <p:sp>
        <p:nvSpPr>
          <p:cNvPr id="8" name="頁尾版面配置區 7">
            <a:extLst>
              <a:ext uri="{FF2B5EF4-FFF2-40B4-BE49-F238E27FC236}">
                <a16:creationId xmlns:a16="http://schemas.microsoft.com/office/drawing/2014/main" id="{82E640A9-31CB-A277-5309-3E274508F4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10" name="投影片編號版面配置區 7">
            <a:extLst>
              <a:ext uri="{FF2B5EF4-FFF2-40B4-BE49-F238E27FC236}">
                <a16:creationId xmlns:a16="http://schemas.microsoft.com/office/drawing/2014/main" id="{9B90537D-B074-1E7B-C593-CC6F1310DD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4020800" y="9671856"/>
            <a:ext cx="4114800" cy="5476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800">
                <a:solidFill>
                  <a:schemeClr val="bg1"/>
                </a:solidFill>
              </a:defRPr>
            </a:lvl1pPr>
          </a:lstStyle>
          <a:p>
            <a:fld id="{7133F845-E4A0-3649-90FB-D488CE304927}" type="slidenum">
              <a:rPr kumimoji="1" lang="zh-TW" altLang="en-US" smtClean="0"/>
              <a:pPr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3859853597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A24FC79-77BA-355B-BB81-004DB7BA85C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kumimoji="1" lang="en-US" altLang="zh-TW" dirty="0"/>
              <a:t>aa</a:t>
            </a:r>
            <a:r>
              <a:rPr kumimoji="1" lang="zh-TW" altLang="en-US" dirty="0"/>
              <a:t>按一下以編輯母片標題樣式</a:t>
            </a:r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E8D77758-A035-E41D-964C-6D8E7AFA9B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3D2091-70FB-439A-96E0-A12581F04092}" type="datetime1">
              <a:rPr kumimoji="1" lang="zh-TW" altLang="en-US" smtClean="0"/>
              <a:t>2026/9/7</a:t>
            </a:fld>
            <a:endParaRPr kumimoji="1" lang="zh-TW" alt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3282DF2A-F15F-B13C-67BC-B52874DFAE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6" name="投影片編號版面配置區 7">
            <a:extLst>
              <a:ext uri="{FF2B5EF4-FFF2-40B4-BE49-F238E27FC236}">
                <a16:creationId xmlns:a16="http://schemas.microsoft.com/office/drawing/2014/main" id="{13C384E7-AA07-7A3A-6075-E2D577C21FB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4020800" y="9671856"/>
            <a:ext cx="4114800" cy="5476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800">
                <a:solidFill>
                  <a:schemeClr val="bg1"/>
                </a:solidFill>
              </a:defRPr>
            </a:lvl1pPr>
          </a:lstStyle>
          <a:p>
            <a:fld id="{7133F845-E4A0-3649-90FB-D488CE304927}" type="slidenum">
              <a:rPr kumimoji="1" lang="zh-TW" altLang="en-US" smtClean="0"/>
              <a:pPr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4196929000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>
            <a:extLst>
              <a:ext uri="{FF2B5EF4-FFF2-40B4-BE49-F238E27FC236}">
                <a16:creationId xmlns:a16="http://schemas.microsoft.com/office/drawing/2014/main" id="{F92E26C0-4137-12CE-8081-87E83000D7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62F9A3-69F9-442B-9011-118B91D8EF50}" type="datetime1">
              <a:rPr kumimoji="1" lang="zh-TW" altLang="en-US" smtClean="0"/>
              <a:t>2026/9/7</a:t>
            </a:fld>
            <a:endParaRPr kumimoji="1" lang="zh-TW" altLang="en-US"/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026C3944-9815-B835-B44A-C8D81F49FA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5" name="投影片編號版面配置區 7">
            <a:extLst>
              <a:ext uri="{FF2B5EF4-FFF2-40B4-BE49-F238E27FC236}">
                <a16:creationId xmlns:a16="http://schemas.microsoft.com/office/drawing/2014/main" id="{A798A56F-1C48-2C94-1ECE-8EE34C9838B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4020800" y="9671856"/>
            <a:ext cx="4114800" cy="5476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800">
                <a:solidFill>
                  <a:schemeClr val="bg1"/>
                </a:solidFill>
              </a:defRPr>
            </a:lvl1pPr>
          </a:lstStyle>
          <a:p>
            <a:fld id="{7133F845-E4A0-3649-90FB-D488CE304927}" type="slidenum">
              <a:rPr kumimoji="1" lang="zh-TW" altLang="en-US" smtClean="0"/>
              <a:pPr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1720948251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C59EE4F-1F88-E26A-1AB1-7368E446650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260475" y="685800"/>
            <a:ext cx="5897563" cy="2400300"/>
          </a:xfrm>
        </p:spPr>
        <p:txBody>
          <a:bodyPr anchor="b">
            <a:noAutofit/>
          </a:bodyPr>
          <a:lstStyle>
            <a:lvl1pPr>
              <a:defRPr sz="72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kumimoji="1" lang="en-US" altLang="zh-TW" dirty="0"/>
              <a:t>aa</a:t>
            </a:r>
            <a:r>
              <a:rPr kumimoji="1" lang="zh-TW" altLang="en-US" dirty="0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462FB4E7-D0A3-7D84-9EC4-5F4FBD96E3FD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7775575" y="1481138"/>
            <a:ext cx="9258300" cy="7310437"/>
          </a:xfrm>
        </p:spPr>
        <p:txBody>
          <a:bodyPr/>
          <a:lstStyle>
            <a:lvl1pPr>
              <a:defRPr sz="40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>
              <a:defRPr sz="3200"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en-US" altLang="zh-TW" dirty="0"/>
              <a:t>aa</a:t>
            </a:r>
            <a:r>
              <a:rPr kumimoji="1" lang="zh-TW" altLang="en-US" dirty="0"/>
              <a:t>按一下以編輯母片文字樣式</a:t>
            </a:r>
          </a:p>
          <a:p>
            <a:pPr lvl="1"/>
            <a:r>
              <a:rPr kumimoji="1" lang="en-US" altLang="zh-TW" dirty="0"/>
              <a:t>aa</a:t>
            </a:r>
            <a:r>
              <a:rPr kumimoji="1" lang="zh-TW" altLang="en-US" dirty="0"/>
              <a:t>第二層</a:t>
            </a:r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81239E90-675F-944F-A832-749B1FF43128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1260475" y="3086100"/>
            <a:ext cx="5897563" cy="5718175"/>
          </a:xfrm>
        </p:spPr>
        <p:txBody>
          <a:bodyPr/>
          <a:lstStyle>
            <a:lvl1pPr marL="0" indent="0">
              <a:buNone/>
              <a:defRPr sz="16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en-US" altLang="zh-TW" dirty="0"/>
              <a:t>aa</a:t>
            </a:r>
            <a:r>
              <a:rPr kumimoji="1" lang="zh-TW" altLang="en-US" dirty="0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3604126D-FD95-4951-9826-DF6FAFF822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4ED0B0-C513-4313-86DB-64CA29002D8C}" type="datetime1">
              <a:rPr kumimoji="1" lang="zh-TW" altLang="en-US" smtClean="0"/>
              <a:t>2026/9/7</a:t>
            </a:fld>
            <a:endParaRPr kumimoji="1"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C2052778-8011-8F3A-BC8E-13C5533035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8" name="投影片編號版面配置區 7">
            <a:extLst>
              <a:ext uri="{FF2B5EF4-FFF2-40B4-BE49-F238E27FC236}">
                <a16:creationId xmlns:a16="http://schemas.microsoft.com/office/drawing/2014/main" id="{5B5682D1-41E1-E170-29D4-80E1F1FE10A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4020800" y="9671856"/>
            <a:ext cx="4114800" cy="5476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800">
                <a:solidFill>
                  <a:schemeClr val="bg1"/>
                </a:solidFill>
              </a:defRPr>
            </a:lvl1pPr>
          </a:lstStyle>
          <a:p>
            <a:fld id="{7133F845-E4A0-3649-90FB-D488CE304927}" type="slidenum">
              <a:rPr kumimoji="1" lang="zh-TW" altLang="en-US" smtClean="0"/>
              <a:pPr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2303268990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E4BC028-BFFB-3C8F-7325-5C7B411EA6E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260475" y="685800"/>
            <a:ext cx="5897563" cy="2400300"/>
          </a:xfrm>
        </p:spPr>
        <p:txBody>
          <a:bodyPr anchor="b">
            <a:noAutofit/>
          </a:bodyPr>
          <a:lstStyle>
            <a:lvl1pPr>
              <a:defRPr sz="72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kumimoji="1" lang="en-US" altLang="zh-TW" dirty="0"/>
              <a:t>aa</a:t>
            </a:r>
            <a:r>
              <a:rPr kumimoji="1" lang="zh-TW" altLang="en-US" dirty="0"/>
              <a:t>按一下以編輯母片標題樣式</a:t>
            </a:r>
          </a:p>
        </p:txBody>
      </p:sp>
      <p:sp>
        <p:nvSpPr>
          <p:cNvPr id="3" name="圖片版面配置區 2">
            <a:extLst>
              <a:ext uri="{FF2B5EF4-FFF2-40B4-BE49-F238E27FC236}">
                <a16:creationId xmlns:a16="http://schemas.microsoft.com/office/drawing/2014/main" id="{B29A3447-0DFD-3EE3-C6BC-BED3A5CD0DD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7775575" y="1481138"/>
            <a:ext cx="9258300" cy="7310437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TW" altLang="en-US"/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708CB247-7628-88D2-437B-B0DC8B1A6638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1260475" y="3086100"/>
            <a:ext cx="5897563" cy="5718175"/>
          </a:xfrm>
        </p:spPr>
        <p:txBody>
          <a:bodyPr/>
          <a:lstStyle>
            <a:lvl1pPr marL="0" indent="0">
              <a:buNone/>
              <a:defRPr sz="16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en-US" altLang="zh-TW" dirty="0"/>
              <a:t>aa</a:t>
            </a:r>
            <a:r>
              <a:rPr kumimoji="1" lang="zh-TW" altLang="en-US" dirty="0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E35F98B9-854A-A66E-4A0E-7F166045E4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B8DB6-138E-4227-AF0B-C98E8E77E705}" type="datetime1">
              <a:rPr kumimoji="1" lang="zh-TW" altLang="en-US" smtClean="0"/>
              <a:t>2026/9/7</a:t>
            </a:fld>
            <a:endParaRPr kumimoji="1"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2C52758A-0258-580A-C6EF-38B8AC127D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8" name="投影片編號版面配置區 7">
            <a:extLst>
              <a:ext uri="{FF2B5EF4-FFF2-40B4-BE49-F238E27FC236}">
                <a16:creationId xmlns:a16="http://schemas.microsoft.com/office/drawing/2014/main" id="{65ADDA5C-13F7-E21E-0384-E4707ED575B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4020800" y="9671856"/>
            <a:ext cx="4114800" cy="5476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800">
                <a:solidFill>
                  <a:schemeClr val="bg1"/>
                </a:solidFill>
              </a:defRPr>
            </a:lvl1pPr>
          </a:lstStyle>
          <a:p>
            <a:fld id="{7133F845-E4A0-3649-90FB-D488CE304927}" type="slidenum">
              <a:rPr kumimoji="1" lang="zh-TW" altLang="en-US" smtClean="0"/>
              <a:pPr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2795723021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392287C-33EF-2A4A-6AEE-62537D029AA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kumimoji="1" lang="en-US" altLang="zh-TW" dirty="0"/>
              <a:t>aa</a:t>
            </a:r>
            <a:r>
              <a:rPr kumimoji="1" lang="zh-TW" altLang="en-US" dirty="0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E8B0E0CF-5195-AB0D-FD0D-9E31D605580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47942E00-ABB3-9FF3-3CEF-ED36B6F6DF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332796-2DFE-49E6-A111-3D4BA0FF8BAF}" type="datetime1">
              <a:rPr kumimoji="1" lang="zh-TW" altLang="en-US" smtClean="0"/>
              <a:t>2026/9/7</a:t>
            </a:fld>
            <a:endParaRPr kumimoji="1"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EA52C46B-49CC-271A-6306-46AD352344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7" name="投影片編號版面配置區 7">
            <a:extLst>
              <a:ext uri="{FF2B5EF4-FFF2-40B4-BE49-F238E27FC236}">
                <a16:creationId xmlns:a16="http://schemas.microsoft.com/office/drawing/2014/main" id="{454C11C1-7041-F023-F1C7-C3D7D6563E0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4020800" y="9671856"/>
            <a:ext cx="4114800" cy="5476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800">
                <a:solidFill>
                  <a:schemeClr val="bg1"/>
                </a:solidFill>
              </a:defRPr>
            </a:lvl1pPr>
          </a:lstStyle>
          <a:p>
            <a:fld id="{7133F845-E4A0-3649-90FB-D488CE304927}" type="slidenum">
              <a:rPr kumimoji="1" lang="zh-TW" altLang="en-US" smtClean="0"/>
              <a:pPr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2943465558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>
            <a:extLst>
              <a:ext uri="{FF2B5EF4-FFF2-40B4-BE49-F238E27FC236}">
                <a16:creationId xmlns:a16="http://schemas.microsoft.com/office/drawing/2014/main" id="{B7F2D1B6-F9AF-559E-4707-18ADABF9985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13087350" y="547688"/>
            <a:ext cx="3943350" cy="8718550"/>
          </a:xfrm>
        </p:spPr>
        <p:txBody>
          <a:bodyPr vert="eaVert"/>
          <a:lstStyle/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52AB6DDA-AC2A-F2B2-1743-4A1E40EEF0F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1257300" y="547688"/>
            <a:ext cx="11677650" cy="8718550"/>
          </a:xfrm>
        </p:spPr>
        <p:txBody>
          <a:bodyPr vert="eaVert"/>
          <a:lstStyle/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9161B8D4-6BA0-85AC-D64A-6FF1B6B1AE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67059F-9211-400F-8716-EB1886089847}" type="datetime1">
              <a:rPr kumimoji="1" lang="zh-TW" altLang="en-US" smtClean="0"/>
              <a:t>2026/9/7</a:t>
            </a:fld>
            <a:endParaRPr kumimoji="1"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19667659-5B2F-4914-1DBC-A96163A7CF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7" name="投影片編號版面配置區 7">
            <a:extLst>
              <a:ext uri="{FF2B5EF4-FFF2-40B4-BE49-F238E27FC236}">
                <a16:creationId xmlns:a16="http://schemas.microsoft.com/office/drawing/2014/main" id="{256EAA32-F75F-A519-10C7-ABE53B0C848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4020800" y="9671856"/>
            <a:ext cx="4114800" cy="5476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800">
                <a:solidFill>
                  <a:schemeClr val="bg1"/>
                </a:solidFill>
              </a:defRPr>
            </a:lvl1pPr>
          </a:lstStyle>
          <a:p>
            <a:fld id="{7133F845-E4A0-3649-90FB-D488CE304927}" type="slidenum">
              <a:rPr kumimoji="1" lang="zh-TW" altLang="en-US" smtClean="0"/>
              <a:pPr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4175806710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E4273FC-4845-CB9C-32CE-1B97694A52C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2286000" y="3390900"/>
            <a:ext cx="13716000" cy="2743200"/>
          </a:xfrm>
        </p:spPr>
        <p:txBody>
          <a:bodyPr anchor="b">
            <a:normAutofit/>
          </a:bodyPr>
          <a:lstStyle>
            <a:lvl1pPr algn="l">
              <a:defRPr sz="88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kumimoji="1" lang="zh-TW" altLang="en-US" dirty="0"/>
              <a:t>第</a:t>
            </a:r>
            <a:r>
              <a:rPr kumimoji="1" lang="en-US" altLang="zh-TW" dirty="0"/>
              <a:t>_</a:t>
            </a:r>
            <a:r>
              <a:rPr kumimoji="1" lang="zh-TW" altLang="en-US" dirty="0"/>
              <a:t>章</a:t>
            </a:r>
            <a:br>
              <a:rPr kumimoji="1" lang="en-US" altLang="zh-TW" dirty="0"/>
            </a:br>
            <a:r>
              <a:rPr kumimoji="1" lang="en-US" altLang="zh-TW" dirty="0"/>
              <a:t>a</a:t>
            </a:r>
            <a:r>
              <a:rPr kumimoji="1" lang="zh-TW" altLang="en-US" dirty="0"/>
              <a:t>按一下以編輯母片標題樣式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BCC71D6D-7841-5E5E-1815-CB69DC5FEB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8B7D96-E779-4AD9-825E-B52CA434792B}" type="datetime1">
              <a:rPr kumimoji="1" lang="zh-TW" altLang="en-US" smtClean="0"/>
              <a:t>2026/9/7</a:t>
            </a:fld>
            <a:endParaRPr kumimoji="1"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D265DDE7-76B7-1D43-C04C-8CB8D143D9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8" name="投影片編號版面配置區 7">
            <a:extLst>
              <a:ext uri="{FF2B5EF4-FFF2-40B4-BE49-F238E27FC236}">
                <a16:creationId xmlns:a16="http://schemas.microsoft.com/office/drawing/2014/main" id="{0133DC27-928C-3F9D-F42E-7461E775B95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4020800" y="9671856"/>
            <a:ext cx="4114800" cy="5476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800">
                <a:solidFill>
                  <a:schemeClr val="bg1"/>
                </a:solidFill>
              </a:defRPr>
            </a:lvl1pPr>
          </a:lstStyle>
          <a:p>
            <a:fld id="{7133F845-E4A0-3649-90FB-D488CE304927}" type="slidenum">
              <a:rPr kumimoji="1" lang="zh-TW" altLang="en-US" smtClean="0"/>
              <a:pPr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3311644971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內容版面配置區 2">
            <a:extLst>
              <a:ext uri="{FF2B5EF4-FFF2-40B4-BE49-F238E27FC236}">
                <a16:creationId xmlns:a16="http://schemas.microsoft.com/office/drawing/2014/main" id="{4EA77C1E-36FC-7869-8B16-7C291C64B59A}"/>
              </a:ext>
            </a:extLst>
          </p:cNvPr>
          <p:cNvSpPr>
            <a:spLocks noGrp="1"/>
          </p:cNvSpPr>
          <p:nvPr>
            <p:ph sz="half" idx="12" hasCustomPrompt="1"/>
          </p:nvPr>
        </p:nvSpPr>
        <p:spPr>
          <a:xfrm>
            <a:off x="1257300" y="2247900"/>
            <a:ext cx="15773400" cy="7018338"/>
          </a:xfrm>
        </p:spPr>
        <p:txBody>
          <a:bodyPr/>
          <a:lstStyle>
            <a:lvl1pPr marL="360000" indent="-360000">
              <a:defRPr sz="4800"/>
            </a:lvl1pPr>
            <a:lvl2pPr marL="817200" indent="-360000">
              <a:defRPr sz="4000"/>
            </a:lvl2pPr>
          </a:lstStyle>
          <a:p>
            <a:pPr lvl="0"/>
            <a:r>
              <a:rPr kumimoji="1" lang="en-US" altLang="zh-TW" dirty="0"/>
              <a:t>AAA</a:t>
            </a:r>
            <a:r>
              <a:rPr kumimoji="1" lang="zh-TW" altLang="en-US" dirty="0"/>
              <a:t>按一下以編輯母片文字樣式</a:t>
            </a:r>
            <a:endParaRPr kumimoji="1" lang="en-US" altLang="zh-TW" dirty="0"/>
          </a:p>
          <a:p>
            <a:pPr lvl="1"/>
            <a:r>
              <a:rPr kumimoji="1" lang="en-US" altLang="zh-TW" dirty="0"/>
              <a:t>AAA</a:t>
            </a:r>
            <a:r>
              <a:rPr kumimoji="1" lang="zh-TW" altLang="en-US" dirty="0"/>
              <a:t>按一下以編輯母片文字樣式</a:t>
            </a:r>
            <a:endParaRPr kumimoji="1" lang="en-US" altLang="zh-TW" dirty="0"/>
          </a:p>
          <a:p>
            <a:pPr lvl="2"/>
            <a:endParaRPr kumimoji="1" lang="zh-TW" altLang="en-US" dirty="0"/>
          </a:p>
        </p:txBody>
      </p:sp>
      <p:sp>
        <p:nvSpPr>
          <p:cNvPr id="2" name="標題 1">
            <a:extLst>
              <a:ext uri="{FF2B5EF4-FFF2-40B4-BE49-F238E27FC236}">
                <a16:creationId xmlns:a16="http://schemas.microsoft.com/office/drawing/2014/main" id="{5BBD8088-9FA9-A260-59FD-D9BD267DDEF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b="1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kumimoji="1" lang="en-US" altLang="zh-TW" dirty="0"/>
              <a:t>AAA</a:t>
            </a:r>
            <a:r>
              <a:rPr kumimoji="1" lang="zh-TW" altLang="en-US" dirty="0"/>
              <a:t>按一下以編輯母片標題樣式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6ACF6D7F-41D8-B39C-53CF-5EFEB8FB109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257300" y="9534525"/>
            <a:ext cx="4114800" cy="547688"/>
          </a:xfrm>
          <a:prstGeom prst="rect">
            <a:avLst/>
          </a:prstGeom>
        </p:spPr>
        <p:txBody>
          <a:bodyPr/>
          <a:lstStyle/>
          <a:p>
            <a:fld id="{73FBFAD7-0402-4F01-B732-342F18C7B6CA}" type="datetime1">
              <a:rPr kumimoji="1" lang="zh-TW" altLang="en-US" smtClean="0"/>
              <a:t>2026/9/7</a:t>
            </a:fld>
            <a:endParaRPr kumimoji="1"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AFC7BAB8-8BD0-DE27-A563-5986B9AD60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7" name="投影片編號版面配置區 7">
            <a:extLst>
              <a:ext uri="{FF2B5EF4-FFF2-40B4-BE49-F238E27FC236}">
                <a16:creationId xmlns:a16="http://schemas.microsoft.com/office/drawing/2014/main" id="{A7CF6FD6-0C7B-0A95-C4DA-2B26DF1BD50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4020800" y="9671856"/>
            <a:ext cx="4114800" cy="5476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800">
                <a:solidFill>
                  <a:schemeClr val="bg1"/>
                </a:solidFill>
              </a:defRPr>
            </a:lvl1pPr>
          </a:lstStyle>
          <a:p>
            <a:fld id="{7133F845-E4A0-3649-90FB-D488CE304927}" type="slidenum">
              <a:rPr kumimoji="1" lang="zh-TW" altLang="en-US" smtClean="0"/>
              <a:pPr/>
              <a:t>‹#›</a:t>
            </a:fld>
            <a:endParaRPr kumimoji="1"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945656706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1_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3713AD0-84F6-65FD-9503-0F168B10E57D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2286000" y="1684338"/>
            <a:ext cx="13716000" cy="3581400"/>
          </a:xfrm>
        </p:spPr>
        <p:txBody>
          <a:bodyPr anchor="b">
            <a:normAutofit/>
          </a:bodyPr>
          <a:lstStyle>
            <a:lvl1pPr algn="ctr">
              <a:defRPr sz="72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kumimoji="1" lang="en-US" altLang="zh-TW" dirty="0" err="1"/>
              <a:t>aaa</a:t>
            </a:r>
            <a:r>
              <a:rPr kumimoji="1" lang="zh-TW" altLang="en-US" dirty="0"/>
              <a:t>按一下以編輯母片標題樣式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8DF1484B-239E-F1A9-5AB1-ED052C8E5142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2286000" y="5403850"/>
            <a:ext cx="13716000" cy="2482850"/>
          </a:xfrm>
        </p:spPr>
        <p:txBody>
          <a:bodyPr/>
          <a:lstStyle>
            <a:lvl1pPr marL="0" indent="0" algn="ctr">
              <a:buNone/>
              <a:defRPr sz="24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en-US" altLang="zh-TW" dirty="0" err="1"/>
              <a:t>aaa</a:t>
            </a:r>
            <a:r>
              <a:rPr kumimoji="1" lang="zh-TW" altLang="en-US" dirty="0"/>
              <a:t>按一下以編輯母片子標題樣式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8D8537A0-DCEB-D13B-E64D-D2F68C2093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BFED3B-D932-43F8-B281-4CCF22AC149F}" type="datetime1">
              <a:rPr kumimoji="1" lang="zh-TW" altLang="en-US" smtClean="0"/>
              <a:t>2026/9/7</a:t>
            </a:fld>
            <a:endParaRPr kumimoji="1"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A03C447B-2A74-8FCD-C91F-AD1B50A204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7" name="投影片編號版面配置區 7">
            <a:extLst>
              <a:ext uri="{FF2B5EF4-FFF2-40B4-BE49-F238E27FC236}">
                <a16:creationId xmlns:a16="http://schemas.microsoft.com/office/drawing/2014/main" id="{026E1ADF-0000-CF46-580F-B82F21A26C4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4020800" y="9671856"/>
            <a:ext cx="4114800" cy="5476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800">
                <a:solidFill>
                  <a:schemeClr val="bg1"/>
                </a:solidFill>
              </a:defRPr>
            </a:lvl1pPr>
          </a:lstStyle>
          <a:p>
            <a:fld id="{7133F845-E4A0-3649-90FB-D488CE304927}" type="slidenum">
              <a:rPr kumimoji="1" lang="zh-TW" altLang="en-US" smtClean="0"/>
              <a:pPr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4032223805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標題及圖片且有說明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圖片版面配置區 2">
            <a:extLst>
              <a:ext uri="{FF2B5EF4-FFF2-40B4-BE49-F238E27FC236}">
                <a16:creationId xmlns:a16="http://schemas.microsoft.com/office/drawing/2014/main" id="{56691237-12E0-A3EB-2603-2244F89B1732}"/>
              </a:ext>
            </a:extLst>
          </p:cNvPr>
          <p:cNvSpPr>
            <a:spLocks noGrp="1"/>
          </p:cNvSpPr>
          <p:nvPr>
            <p:ph type="pic" idx="13"/>
          </p:nvPr>
        </p:nvSpPr>
        <p:spPr>
          <a:xfrm>
            <a:off x="1257299" y="2247900"/>
            <a:ext cx="15773397" cy="6089652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TW" altLang="en-US"/>
          </a:p>
        </p:txBody>
      </p:sp>
      <p:sp>
        <p:nvSpPr>
          <p:cNvPr id="2" name="標題 1">
            <a:extLst>
              <a:ext uri="{FF2B5EF4-FFF2-40B4-BE49-F238E27FC236}">
                <a16:creationId xmlns:a16="http://schemas.microsoft.com/office/drawing/2014/main" id="{97AE6F94-6A13-E34B-C804-8C03B426F7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kumimoji="1" lang="zh-TW" altLang="en-US" dirty="0"/>
              <a:t>按一下以編輯母片標題樣式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893CA057-593A-8A20-2209-34BE5820BA5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257300" y="9534525"/>
            <a:ext cx="4114800" cy="547688"/>
          </a:xfrm>
          <a:prstGeom prst="rect">
            <a:avLst/>
          </a:prstGeom>
        </p:spPr>
        <p:txBody>
          <a:bodyPr/>
          <a:lstStyle/>
          <a:p>
            <a:fld id="{77E372C5-1E45-4E86-B4AC-40865EEEB98C}" type="datetime1">
              <a:rPr kumimoji="1" lang="zh-TW" altLang="en-US" smtClean="0"/>
              <a:t>2026/9/7</a:t>
            </a:fld>
            <a:endParaRPr kumimoji="1"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61E3469F-EDD2-6A93-3BA0-2073D82026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7" name="投影片編號版面配置區 7">
            <a:extLst>
              <a:ext uri="{FF2B5EF4-FFF2-40B4-BE49-F238E27FC236}">
                <a16:creationId xmlns:a16="http://schemas.microsoft.com/office/drawing/2014/main" id="{ED31DDFD-0DA9-B357-4ECD-D681A48273B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4020800" y="9671856"/>
            <a:ext cx="4114800" cy="5476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800">
                <a:solidFill>
                  <a:schemeClr val="bg1"/>
                </a:solidFill>
              </a:defRPr>
            </a:lvl1pPr>
          </a:lstStyle>
          <a:p>
            <a:fld id="{7133F845-E4A0-3649-90FB-D488CE304927}" type="slidenum">
              <a:rPr kumimoji="1" lang="zh-TW" altLang="en-US" smtClean="0"/>
              <a:pPr/>
              <a:t>‹#›</a:t>
            </a:fld>
            <a:endParaRPr kumimoji="1" lang="zh-TW" altLang="en-US"/>
          </a:p>
        </p:txBody>
      </p:sp>
      <p:sp>
        <p:nvSpPr>
          <p:cNvPr id="6" name="文字版面配置區 2">
            <a:extLst>
              <a:ext uri="{FF2B5EF4-FFF2-40B4-BE49-F238E27FC236}">
                <a16:creationId xmlns:a16="http://schemas.microsoft.com/office/drawing/2014/main" id="{3432D567-D258-670E-CDA4-B405B09C0443}"/>
              </a:ext>
            </a:extLst>
          </p:cNvPr>
          <p:cNvSpPr>
            <a:spLocks noGrp="1"/>
          </p:cNvSpPr>
          <p:nvPr>
            <p:ph idx="12" hasCustomPrompt="1"/>
          </p:nvPr>
        </p:nvSpPr>
        <p:spPr>
          <a:xfrm>
            <a:off x="1275313" y="8605839"/>
            <a:ext cx="15773398" cy="66039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>
              <a:buFont typeface="Wingdings" panose="05000000000000000000" pitchFamily="2" charset="2"/>
              <a:buNone/>
              <a:defRPr sz="3200" b="1"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1pPr>
            <a:lvl2pPr marL="685800" indent="-228600" algn="ctr">
              <a:buFont typeface="Wingdings" panose="05000000000000000000" pitchFamily="2" charset="2"/>
              <a:buChar char="u"/>
              <a:defRPr sz="3200" b="1"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2pPr>
            <a:lvl3pPr marL="1143000" indent="-228600" algn="ctr">
              <a:buFont typeface="Wingdings" panose="05000000000000000000" pitchFamily="2" charset="2"/>
              <a:buChar char="n"/>
              <a:defRPr sz="3200" b="1"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3pPr>
            <a:lvl4pPr>
              <a:defRPr sz="3800" b="1"/>
            </a:lvl4pPr>
            <a:lvl5pPr>
              <a:defRPr sz="3800" b="1"/>
            </a:lvl5pPr>
          </a:lstStyle>
          <a:p>
            <a:pPr lvl="0"/>
            <a:r>
              <a:rPr kumimoji="1" lang="en-US" altLang="zh-TW" dirty="0" err="1"/>
              <a:t>aaa</a:t>
            </a:r>
            <a:r>
              <a:rPr kumimoji="1" lang="zh-TW" altLang="en-US" dirty="0"/>
              <a:t>按一下以編輯母片文字樣式</a:t>
            </a:r>
          </a:p>
        </p:txBody>
      </p:sp>
    </p:spTree>
    <p:extLst>
      <p:ext uri="{BB962C8B-B14F-4D97-AF65-F5344CB8AC3E}">
        <p14:creationId xmlns:p14="http://schemas.microsoft.com/office/powerpoint/2010/main" val="1922724012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880D21B-F4A5-7D10-9BAD-8CA863A621A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247775" y="2565400"/>
            <a:ext cx="15773400" cy="4278313"/>
          </a:xfrm>
        </p:spPr>
        <p:txBody>
          <a:bodyPr anchor="b"/>
          <a:lstStyle>
            <a:lvl1pPr>
              <a:defRPr sz="72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kumimoji="1" lang="en-US" altLang="zh-TW" dirty="0"/>
              <a:t>aa</a:t>
            </a:r>
            <a:r>
              <a:rPr kumimoji="1" lang="zh-TW" altLang="en-US" dirty="0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81910C20-B926-7C99-424C-3661DE5D5C67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1247775" y="6884988"/>
            <a:ext cx="15773400" cy="22494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en-US" altLang="zh-TW" dirty="0"/>
              <a:t>aa</a:t>
            </a:r>
            <a:r>
              <a:rPr kumimoji="1" lang="zh-TW" altLang="en-US" dirty="0"/>
              <a:t>按一下以編輯母片文字樣式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83530FBA-BC34-C11D-2735-32F6B707AF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DFFAAD-2C41-4E10-A455-EB4D8B8018D3}" type="datetime1">
              <a:rPr kumimoji="1" lang="zh-TW" altLang="en-US" smtClean="0"/>
              <a:t>2026/9/7</a:t>
            </a:fld>
            <a:endParaRPr kumimoji="1"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38566C08-163B-1FA4-C797-F9C9F4A11D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7" name="投影片編號版面配置區 7">
            <a:extLst>
              <a:ext uri="{FF2B5EF4-FFF2-40B4-BE49-F238E27FC236}">
                <a16:creationId xmlns:a16="http://schemas.microsoft.com/office/drawing/2014/main" id="{EBA92ABD-C7DA-2BEB-05C1-EBED4486CBC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4020800" y="9671856"/>
            <a:ext cx="4114800" cy="5476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800">
                <a:solidFill>
                  <a:schemeClr val="bg1"/>
                </a:solidFill>
              </a:defRPr>
            </a:lvl1pPr>
          </a:lstStyle>
          <a:p>
            <a:fld id="{7133F845-E4A0-3649-90FB-D488CE304927}" type="slidenum">
              <a:rPr kumimoji="1" lang="zh-TW" altLang="en-US" smtClean="0"/>
              <a:pPr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696053506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00606624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9963141-7E9D-6B23-47D2-D76D466DEC4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 altLang="zh-TW" dirty="0"/>
              <a:t>aa</a:t>
            </a:r>
            <a:r>
              <a:rPr lang="zh-TW" altLang="en-US" dirty="0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112109B1-C3CE-C447-D3A1-C311C68F77C6}"/>
              </a:ext>
            </a:extLst>
          </p:cNvPr>
          <p:cNvSpPr>
            <a:spLocks noGrp="1"/>
          </p:cNvSpPr>
          <p:nvPr>
            <p:ph idx="1" hasCustomPrompt="1"/>
          </p:nvPr>
        </p:nvSpPr>
        <p:spPr/>
        <p:txBody>
          <a:bodyPr/>
          <a:lstStyle>
            <a:lvl1pPr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</a:lstStyle>
          <a:p>
            <a:pPr lvl="0"/>
            <a:r>
              <a:rPr lang="en-US" altLang="zh-TW" dirty="0"/>
              <a:t>aa</a:t>
            </a:r>
            <a:r>
              <a:rPr lang="zh-TW" altLang="en-US" dirty="0"/>
              <a:t>按一下以編輯母片文字樣式</a:t>
            </a:r>
          </a:p>
          <a:p>
            <a:pPr lvl="1"/>
            <a:r>
              <a:rPr lang="en-US" altLang="zh-TW" dirty="0"/>
              <a:t>aa</a:t>
            </a:r>
            <a:r>
              <a:rPr lang="zh-TW" altLang="en-US" dirty="0"/>
              <a:t>第二層</a:t>
            </a:r>
          </a:p>
          <a:p>
            <a:pPr lvl="2"/>
            <a:endParaRPr lang="zh-TW" altLang="en-US" dirty="0"/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81DFF7DC-6E1B-70E8-B64B-AE21355B80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FFB9B2-CF6E-407B-B3F3-6F05D4192F87}" type="datetime1">
              <a:rPr lang="zh-TW" altLang="en-US" smtClean="0"/>
              <a:t>2026/9/7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1EA12201-A2CB-0D31-930B-EAF0E1D074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8439CE5D-4970-E3BA-F394-26B8FAD51A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228D2E-F1A3-4C8A-9227-B3DB252A359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251480279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9AECCAB-1B53-DF10-AD01-72F07973B85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247775" y="2565400"/>
            <a:ext cx="15773400" cy="4278313"/>
          </a:xfrm>
        </p:spPr>
        <p:txBody>
          <a:bodyPr anchor="b">
            <a:normAutofit/>
          </a:bodyPr>
          <a:lstStyle>
            <a:lvl1pPr>
              <a:defRPr sz="72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 altLang="zh-TW" dirty="0"/>
              <a:t>aa</a:t>
            </a:r>
            <a:r>
              <a:rPr lang="zh-TW" altLang="en-US" dirty="0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8AB532EE-82DA-7F9D-ED50-9907B4B38F9D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1247775" y="6884988"/>
            <a:ext cx="15773400" cy="22494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altLang="zh-TW" dirty="0"/>
              <a:t>aa</a:t>
            </a:r>
            <a:r>
              <a:rPr lang="zh-TW" altLang="en-US" dirty="0"/>
              <a:t>按一下以編輯母片文字樣式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183FA997-574B-8DFF-8A95-2363C6DA7D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A7F464-8702-4984-92A2-A71A2B733FAC}" type="datetime1">
              <a:rPr lang="zh-TW" altLang="en-US" smtClean="0"/>
              <a:t>2026/9/7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E76C39C1-138B-DACE-DE28-C82E7CB411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F87820F9-A75F-156E-19E3-80EB9EEB6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228D2E-F1A3-4C8A-9227-B3DB252A359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881755075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4622D1D-8A90-9D2D-051B-89149A84965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 altLang="zh-TW" dirty="0"/>
              <a:t>aa</a:t>
            </a:r>
            <a:r>
              <a:rPr lang="zh-TW" altLang="en-US" dirty="0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2F0948C5-9DBF-A7BB-6717-592AB7B32592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1257300" y="2738438"/>
            <a:ext cx="7810500" cy="6527800"/>
          </a:xfrm>
        </p:spPr>
        <p:txBody>
          <a:bodyPr/>
          <a:lstStyle>
            <a:lvl1pPr>
              <a:defRPr sz="40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>
              <a:defRPr sz="3200"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</a:lstStyle>
          <a:p>
            <a:pPr lvl="0"/>
            <a:r>
              <a:rPr lang="en-US" altLang="zh-TW" dirty="0"/>
              <a:t>aa</a:t>
            </a:r>
            <a:r>
              <a:rPr lang="zh-TW" altLang="en-US" dirty="0"/>
              <a:t>按一下以編輯母片文字樣式</a:t>
            </a:r>
          </a:p>
          <a:p>
            <a:pPr lvl="1"/>
            <a:r>
              <a:rPr lang="en-US" altLang="zh-TW" dirty="0"/>
              <a:t>aa</a:t>
            </a:r>
            <a:r>
              <a:rPr lang="zh-TW" altLang="en-US" dirty="0"/>
              <a:t>第二層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722CC089-EAE2-FDC2-412D-C08588127341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9220200" y="2738438"/>
            <a:ext cx="7810500" cy="6527800"/>
          </a:xfrm>
        </p:spPr>
        <p:txBody>
          <a:bodyPr/>
          <a:lstStyle>
            <a:lvl1pPr>
              <a:defRPr sz="40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>
              <a:defRPr sz="3200"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</a:lstStyle>
          <a:p>
            <a:pPr lvl="0"/>
            <a:r>
              <a:rPr lang="en-US" altLang="zh-TW" dirty="0"/>
              <a:t>aa</a:t>
            </a:r>
            <a:r>
              <a:rPr lang="zh-TW" altLang="en-US" dirty="0"/>
              <a:t>按一下以編輯母片文字樣式</a:t>
            </a:r>
          </a:p>
          <a:p>
            <a:pPr lvl="1"/>
            <a:r>
              <a:rPr lang="en-US" altLang="zh-TW" dirty="0"/>
              <a:t>aa</a:t>
            </a:r>
            <a:r>
              <a:rPr lang="zh-TW" altLang="en-US" dirty="0"/>
              <a:t>第二層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2511BED9-17E2-EEEE-F70F-1629EB2DCB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3CD8FA-AA28-42D7-B837-C16A33C96617}" type="datetime1">
              <a:rPr lang="zh-TW" altLang="en-US" smtClean="0"/>
              <a:t>2026/9/7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9B677F28-F346-784C-3E99-04C9BE6842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C4E310E9-7651-480D-810D-04F1D04E61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228D2E-F1A3-4C8A-9227-B3DB252A359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794261006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F832E72-03AC-3AD3-6BCD-6530F77AB3D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260475" y="547688"/>
            <a:ext cx="15773400" cy="1989137"/>
          </a:xfrm>
        </p:spPr>
        <p:txBody>
          <a:bodyPr/>
          <a:lstStyle>
            <a:lvl1pPr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 altLang="zh-TW" dirty="0"/>
              <a:t>aa</a:t>
            </a:r>
            <a:r>
              <a:rPr lang="zh-TW" altLang="en-US" dirty="0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FB3ED7B5-71A3-8549-5310-6CB635C10AC7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1260475" y="2522538"/>
            <a:ext cx="7735888" cy="1235075"/>
          </a:xfrm>
        </p:spPr>
        <p:txBody>
          <a:bodyPr anchor="b"/>
          <a:lstStyle>
            <a:lvl1pPr marL="0" indent="0">
              <a:buNone/>
              <a:defRPr sz="2400" b="1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zh-TW" dirty="0"/>
              <a:t>aa</a:t>
            </a:r>
            <a:r>
              <a:rPr lang="zh-TW" altLang="en-US" dirty="0"/>
              <a:t>按一下以編輯母片文字樣式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D8AC62A9-83BD-1389-ECD1-6DF82DDD5C99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1260475" y="3757613"/>
            <a:ext cx="7735888" cy="5527675"/>
          </a:xfrm>
        </p:spPr>
        <p:txBody>
          <a:bodyPr/>
          <a:lstStyle>
            <a:lvl1pPr>
              <a:defRPr sz="40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>
              <a:defRPr sz="3200"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</a:lstStyle>
          <a:p>
            <a:pPr lvl="0"/>
            <a:r>
              <a:rPr lang="en-US" altLang="zh-TW" dirty="0"/>
              <a:t>aa</a:t>
            </a:r>
            <a:r>
              <a:rPr lang="zh-TW" altLang="en-US" dirty="0"/>
              <a:t>按一下以編輯母片文字樣式</a:t>
            </a:r>
          </a:p>
          <a:p>
            <a:pPr lvl="1"/>
            <a:r>
              <a:rPr lang="en-US" altLang="zh-TW" dirty="0"/>
              <a:t>aa</a:t>
            </a:r>
            <a:r>
              <a:rPr lang="zh-TW" altLang="en-US" dirty="0"/>
              <a:t>第二層</a:t>
            </a:r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5E70154D-C9C3-EB91-D99E-863FB4D91DFD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9258300" y="2522538"/>
            <a:ext cx="7775575" cy="1235075"/>
          </a:xfrm>
        </p:spPr>
        <p:txBody>
          <a:bodyPr anchor="b"/>
          <a:lstStyle>
            <a:lvl1pPr marL="0" indent="0">
              <a:buNone/>
              <a:defRPr sz="2400" b="1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zh-TW" dirty="0"/>
              <a:t>aa</a:t>
            </a:r>
            <a:r>
              <a:rPr lang="zh-TW" altLang="en-US" dirty="0"/>
              <a:t>按一下以編輯母片文字樣式</a:t>
            </a:r>
          </a:p>
        </p:txBody>
      </p:sp>
      <p:sp>
        <p:nvSpPr>
          <p:cNvPr id="6" name="內容版面配置區 5">
            <a:extLst>
              <a:ext uri="{FF2B5EF4-FFF2-40B4-BE49-F238E27FC236}">
                <a16:creationId xmlns:a16="http://schemas.microsoft.com/office/drawing/2014/main" id="{AA56370E-FFBE-3387-1C0E-42B2D8A054A8}"/>
              </a:ext>
            </a:extLst>
          </p:cNvPr>
          <p:cNvSpPr>
            <a:spLocks noGrp="1"/>
          </p:cNvSpPr>
          <p:nvPr>
            <p:ph sz="quarter" idx="4" hasCustomPrompt="1"/>
          </p:nvPr>
        </p:nvSpPr>
        <p:spPr>
          <a:xfrm>
            <a:off x="9258300" y="3757613"/>
            <a:ext cx="7775575" cy="5527675"/>
          </a:xfrm>
        </p:spPr>
        <p:txBody>
          <a:bodyPr/>
          <a:lstStyle>
            <a:lvl1pPr>
              <a:defRPr sz="40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>
              <a:defRPr sz="3200"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</a:lstStyle>
          <a:p>
            <a:pPr lvl="0"/>
            <a:r>
              <a:rPr lang="en-US" altLang="zh-TW" dirty="0"/>
              <a:t>aa</a:t>
            </a:r>
            <a:r>
              <a:rPr lang="zh-TW" altLang="en-US" dirty="0"/>
              <a:t>按一下以編輯母片文字樣式</a:t>
            </a:r>
          </a:p>
          <a:p>
            <a:pPr lvl="1"/>
            <a:r>
              <a:rPr lang="en-US" altLang="zh-TW" dirty="0"/>
              <a:t>aa</a:t>
            </a:r>
            <a:r>
              <a:rPr lang="zh-TW" altLang="en-US" dirty="0"/>
              <a:t>第二層</a:t>
            </a:r>
          </a:p>
        </p:txBody>
      </p:sp>
      <p:sp>
        <p:nvSpPr>
          <p:cNvPr id="7" name="日期版面配置區 6">
            <a:extLst>
              <a:ext uri="{FF2B5EF4-FFF2-40B4-BE49-F238E27FC236}">
                <a16:creationId xmlns:a16="http://schemas.microsoft.com/office/drawing/2014/main" id="{F5469A84-6E35-F27B-20B2-30EE98B284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E8306D-952F-4964-9709-968616A74DDF}" type="datetime1">
              <a:rPr lang="zh-TW" altLang="en-US" smtClean="0"/>
              <a:t>2026/9/7</a:t>
            </a:fld>
            <a:endParaRPr lang="zh-TW" altLang="en-US"/>
          </a:p>
        </p:txBody>
      </p:sp>
      <p:sp>
        <p:nvSpPr>
          <p:cNvPr id="8" name="頁尾版面配置區 7">
            <a:extLst>
              <a:ext uri="{FF2B5EF4-FFF2-40B4-BE49-F238E27FC236}">
                <a16:creationId xmlns:a16="http://schemas.microsoft.com/office/drawing/2014/main" id="{3A75E339-D00D-3F36-AC92-60BA512B67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>
            <a:extLst>
              <a:ext uri="{FF2B5EF4-FFF2-40B4-BE49-F238E27FC236}">
                <a16:creationId xmlns:a16="http://schemas.microsoft.com/office/drawing/2014/main" id="{41448BF5-CC9F-0EEC-D119-AEB6BE719D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228D2E-F1A3-4C8A-9227-B3DB252A359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185210785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057479E-D27F-D6A8-786E-D846F4DD64F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 altLang="zh-TW" dirty="0"/>
              <a:t>aa</a:t>
            </a:r>
            <a:r>
              <a:rPr lang="zh-TW" altLang="en-US" dirty="0"/>
              <a:t>按一下以編輯母片標題樣式</a:t>
            </a:r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F8DBE83D-EF37-8C7D-7E96-A9E91393D1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78011F-3C14-41DD-A99F-3AF1C20A9B4A}" type="datetime1">
              <a:rPr lang="zh-TW" altLang="en-US" smtClean="0"/>
              <a:t>2026/9/7</a:t>
            </a:fld>
            <a:endParaRPr lang="zh-TW" alt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ACAE18DE-F775-A04B-DA0F-0BFB099FE6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00774419-5D28-2D3F-7F45-9CCDACC0BD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228D2E-F1A3-4C8A-9227-B3DB252A359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707579450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>
            <a:extLst>
              <a:ext uri="{FF2B5EF4-FFF2-40B4-BE49-F238E27FC236}">
                <a16:creationId xmlns:a16="http://schemas.microsoft.com/office/drawing/2014/main" id="{EE9FD087-16CC-985D-C728-AF2A67419C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A8568-6BC0-4CBC-880D-99C5B810CBB6}" type="datetime1">
              <a:rPr lang="zh-TW" altLang="en-US" smtClean="0"/>
              <a:t>2026/9/7</a:t>
            </a:fld>
            <a:endParaRPr lang="zh-TW" altLang="en-US"/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923B5ADA-7B49-DF83-A82C-32F19EA955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59AF80D2-2E3A-5D39-BED9-113EDF46E2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228D2E-F1A3-4C8A-9227-B3DB252A359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651186158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3914EAC-350D-EC63-953F-6EBB42E2A3B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260475" y="685800"/>
            <a:ext cx="5897563" cy="2400300"/>
          </a:xfrm>
        </p:spPr>
        <p:txBody>
          <a:bodyPr anchor="b"/>
          <a:lstStyle>
            <a:lvl1pPr>
              <a:defRPr sz="32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 altLang="zh-TW" dirty="0"/>
              <a:t>aa</a:t>
            </a:r>
            <a:r>
              <a:rPr lang="zh-TW" altLang="en-US" dirty="0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657065C5-561B-835C-2503-039C5CE512F3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7775575" y="1481138"/>
            <a:ext cx="9258300" cy="7310437"/>
          </a:xfrm>
        </p:spPr>
        <p:txBody>
          <a:bodyPr/>
          <a:lstStyle>
            <a:lvl1pPr>
              <a:defRPr sz="40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>
              <a:defRPr sz="3200"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altLang="zh-TW" dirty="0"/>
              <a:t>aa</a:t>
            </a:r>
            <a:r>
              <a:rPr lang="zh-TW" altLang="en-US" dirty="0"/>
              <a:t>按一下以編輯母片文字樣式</a:t>
            </a:r>
          </a:p>
          <a:p>
            <a:pPr lvl="1"/>
            <a:r>
              <a:rPr lang="en-US" altLang="zh-TW" dirty="0"/>
              <a:t>aa</a:t>
            </a:r>
            <a:r>
              <a:rPr lang="zh-TW" altLang="en-US" dirty="0"/>
              <a:t>第二層</a:t>
            </a:r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528BDDA1-BE72-6C7D-0D81-9A194B043FAC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1260475" y="3086100"/>
            <a:ext cx="5897563" cy="5718175"/>
          </a:xfrm>
        </p:spPr>
        <p:txBody>
          <a:bodyPr/>
          <a:lstStyle>
            <a:lvl1pPr marL="0" indent="0">
              <a:buNone/>
              <a:defRPr sz="16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altLang="zh-TW" dirty="0"/>
              <a:t>aa</a:t>
            </a:r>
            <a:r>
              <a:rPr lang="zh-TW" altLang="en-US" dirty="0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698BB9E5-48CB-E795-FACB-AD84D74B76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B6FCA-640C-4795-A726-31724081322B}" type="datetime1">
              <a:rPr lang="zh-TW" altLang="en-US" smtClean="0"/>
              <a:t>2026/9/7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5025F2A6-7308-3EF7-0040-8DBD8AB0BB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16440AA9-8756-D93B-E588-3F5DB8FE9A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228D2E-F1A3-4C8A-9227-B3DB252A359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743961048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A28EED1-41EA-0A33-D100-CEFF0A5A707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260475" y="685800"/>
            <a:ext cx="5897563" cy="2400300"/>
          </a:xfrm>
        </p:spPr>
        <p:txBody>
          <a:bodyPr anchor="b"/>
          <a:lstStyle>
            <a:lvl1pPr>
              <a:defRPr sz="32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 altLang="zh-TW" dirty="0"/>
              <a:t>aa</a:t>
            </a:r>
            <a:r>
              <a:rPr lang="zh-TW" altLang="en-US" dirty="0"/>
              <a:t>按一下以編輯母片標題樣式</a:t>
            </a:r>
          </a:p>
        </p:txBody>
      </p:sp>
      <p:sp>
        <p:nvSpPr>
          <p:cNvPr id="3" name="圖片版面配置區 2">
            <a:extLst>
              <a:ext uri="{FF2B5EF4-FFF2-40B4-BE49-F238E27FC236}">
                <a16:creationId xmlns:a16="http://schemas.microsoft.com/office/drawing/2014/main" id="{033387DC-ABFC-D849-7F1B-8A41780F5FC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7775575" y="1481138"/>
            <a:ext cx="9258300" cy="7310437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505865CB-0EBF-CD9B-D8E9-0B5FCBB1AAE5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1260475" y="3086100"/>
            <a:ext cx="5897563" cy="5718175"/>
          </a:xfrm>
        </p:spPr>
        <p:txBody>
          <a:bodyPr/>
          <a:lstStyle>
            <a:lvl1pPr marL="0" indent="0">
              <a:buNone/>
              <a:defRPr sz="16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altLang="zh-TW" dirty="0"/>
              <a:t>aa</a:t>
            </a:r>
            <a:r>
              <a:rPr lang="zh-TW" altLang="en-US" dirty="0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236D02F1-8C50-76A4-6A87-7B542DADDF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45D992-A4F0-4FE5-8923-3FD6B01876B2}" type="datetime1">
              <a:rPr lang="zh-TW" altLang="en-US" smtClean="0"/>
              <a:t>2026/9/7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09FB803D-FA87-16B0-54F0-7F3C6C1AA4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8D9C5EEF-BBCE-9E8E-2419-215788F84D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228D2E-F1A3-4C8A-9227-B3DB252A359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557719239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2DE9345-B86C-1213-AD3B-4B6169FE751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 altLang="zh-TW" dirty="0"/>
              <a:t>aa</a:t>
            </a:r>
            <a:r>
              <a:rPr lang="zh-TW" altLang="en-US" dirty="0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35D90EDF-43DE-4174-E967-21458E154E6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 dirty="0"/>
              <a:t>按一下以編輯母片文字樣式</a:t>
            </a:r>
          </a:p>
          <a:p>
            <a:pPr lvl="1"/>
            <a:r>
              <a:rPr lang="zh-TW" altLang="en-US" dirty="0"/>
              <a:t>第二層</a:t>
            </a:r>
          </a:p>
          <a:p>
            <a:pPr lvl="2"/>
            <a:r>
              <a:rPr lang="zh-TW" altLang="en-US" dirty="0"/>
              <a:t>第三層</a:t>
            </a:r>
          </a:p>
          <a:p>
            <a:pPr lvl="3"/>
            <a:r>
              <a:rPr lang="zh-TW" altLang="en-US" dirty="0"/>
              <a:t>第四層</a:t>
            </a:r>
          </a:p>
          <a:p>
            <a:pPr lvl="4"/>
            <a:r>
              <a:rPr lang="zh-TW" altLang="en-US" dirty="0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5BF16BAC-E21B-F61B-3D9B-E581ACE198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DDE594-C124-4370-8295-F3BB66DA6882}" type="datetime1">
              <a:rPr lang="zh-TW" altLang="en-US" smtClean="0"/>
              <a:t>2026/9/7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356383BC-54F2-77B4-356C-87AD719A11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ECC8321A-E757-FE3E-A2DF-AAC46A1DBF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228D2E-F1A3-4C8A-9227-B3DB252A359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751669396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>
            <a:extLst>
              <a:ext uri="{FF2B5EF4-FFF2-40B4-BE49-F238E27FC236}">
                <a16:creationId xmlns:a16="http://schemas.microsoft.com/office/drawing/2014/main" id="{40E1CA70-319C-984E-48F4-3AC7582E0B9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13087350" y="547688"/>
            <a:ext cx="3943350" cy="8718550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C2D8B02B-811C-94E9-9A76-56FD9FAF121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1257300" y="547688"/>
            <a:ext cx="11677650" cy="8718550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BEF8BD3F-FE6D-EDBE-FA6B-5A40D5BB88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D9A890-B7BB-4DFC-81ED-5A8A0EA14703}" type="datetime1">
              <a:rPr lang="zh-TW" altLang="en-US" smtClean="0"/>
              <a:t>2026/9/7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4692D69E-2290-07DD-1797-AD313BC1B1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F06A6FAB-957C-C7F4-431E-0E2D6692F0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228D2E-F1A3-4C8A-9227-B3DB252A359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2142837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2.xml"/><Relationship Id="rId13" Type="http://schemas.openxmlformats.org/officeDocument/2006/relationships/image" Target="../media/image2.png"/><Relationship Id="rId3" Type="http://schemas.openxmlformats.org/officeDocument/2006/relationships/slideLayout" Target="../slideLayouts/slideLayout17.xml"/><Relationship Id="rId7" Type="http://schemas.openxmlformats.org/officeDocument/2006/relationships/slideLayout" Target="../slideLayouts/slideLayout21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5.xml"/><Relationship Id="rId6" Type="http://schemas.openxmlformats.org/officeDocument/2006/relationships/slideLayout" Target="../slideLayouts/slideLayout20.xml"/><Relationship Id="rId11" Type="http://schemas.openxmlformats.org/officeDocument/2006/relationships/slideLayout" Target="../slideLayouts/slideLayout25.xml"/><Relationship Id="rId5" Type="http://schemas.openxmlformats.org/officeDocument/2006/relationships/slideLayout" Target="../slideLayouts/slideLayout19.xml"/><Relationship Id="rId10" Type="http://schemas.openxmlformats.org/officeDocument/2006/relationships/slideLayout" Target="../slideLayouts/slideLayout24.xml"/><Relationship Id="rId4" Type="http://schemas.openxmlformats.org/officeDocument/2006/relationships/slideLayout" Target="../slideLayouts/slideLayout18.xml"/><Relationship Id="rId9" Type="http://schemas.openxmlformats.org/officeDocument/2006/relationships/slideLayout" Target="../slideLayouts/slideLayout23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8.xml"/><Relationship Id="rId7" Type="http://schemas.openxmlformats.org/officeDocument/2006/relationships/image" Target="../media/image3.png"/><Relationship Id="rId2" Type="http://schemas.openxmlformats.org/officeDocument/2006/relationships/slideLayout" Target="../slideLayouts/slideLayout27.xml"/><Relationship Id="rId1" Type="http://schemas.openxmlformats.org/officeDocument/2006/relationships/slideLayout" Target="../slideLayouts/slideLayout26.xml"/><Relationship Id="rId6" Type="http://schemas.openxmlformats.org/officeDocument/2006/relationships/theme" Target="../theme/theme3.xml"/><Relationship Id="rId5" Type="http://schemas.openxmlformats.org/officeDocument/2006/relationships/slideLayout" Target="../slideLayouts/slideLayout30.xml"/><Relationship Id="rId4" Type="http://schemas.openxmlformats.org/officeDocument/2006/relationships/slideLayout" Target="../slideLayouts/slideLayout29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8.xml"/><Relationship Id="rId13" Type="http://schemas.openxmlformats.org/officeDocument/2006/relationships/image" Target="../media/image4.png"/><Relationship Id="rId3" Type="http://schemas.openxmlformats.org/officeDocument/2006/relationships/slideLayout" Target="../slideLayouts/slideLayout33.xml"/><Relationship Id="rId7" Type="http://schemas.openxmlformats.org/officeDocument/2006/relationships/slideLayout" Target="../slideLayouts/slideLayout37.xml"/><Relationship Id="rId12" Type="http://schemas.openxmlformats.org/officeDocument/2006/relationships/theme" Target="../theme/theme4.xml"/><Relationship Id="rId2" Type="http://schemas.openxmlformats.org/officeDocument/2006/relationships/slideLayout" Target="../slideLayouts/slideLayout32.xml"/><Relationship Id="rId1" Type="http://schemas.openxmlformats.org/officeDocument/2006/relationships/slideLayout" Target="../slideLayouts/slideLayout31.xml"/><Relationship Id="rId6" Type="http://schemas.openxmlformats.org/officeDocument/2006/relationships/slideLayout" Target="../slideLayouts/slideLayout36.xml"/><Relationship Id="rId11" Type="http://schemas.openxmlformats.org/officeDocument/2006/relationships/slideLayout" Target="../slideLayouts/slideLayout41.xml"/><Relationship Id="rId5" Type="http://schemas.openxmlformats.org/officeDocument/2006/relationships/slideLayout" Target="../slideLayouts/slideLayout35.xml"/><Relationship Id="rId10" Type="http://schemas.openxmlformats.org/officeDocument/2006/relationships/slideLayout" Target="../slideLayouts/slideLayout40.xml"/><Relationship Id="rId4" Type="http://schemas.openxmlformats.org/officeDocument/2006/relationships/slideLayout" Target="../slideLayouts/slideLayout34.xml"/><Relationship Id="rId9" Type="http://schemas.openxmlformats.org/officeDocument/2006/relationships/slideLayout" Target="../slideLayouts/slideLayout3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3">
            <a:extLst>
              <a:ext uri="{FF2B5EF4-FFF2-40B4-BE49-F238E27FC236}">
                <a16:creationId xmlns:a16="http://schemas.microsoft.com/office/drawing/2014/main" id="{A2F837D9-DF74-B7A7-ACA3-2E234B247D8E}"/>
              </a:ext>
            </a:extLst>
          </p:cNvPr>
          <p:cNvSpPr/>
          <p:nvPr userDrawn="1"/>
        </p:nvSpPr>
        <p:spPr>
          <a:xfrm>
            <a:off x="-9463" y="-6807"/>
            <a:ext cx="18292466" cy="10289512"/>
          </a:xfrm>
          <a:custGeom>
            <a:avLst/>
            <a:gdLst/>
            <a:ahLst/>
            <a:cxnLst/>
            <a:rect l="l" t="t" r="r" b="b"/>
            <a:pathLst>
              <a:path w="18292466" h="10289512">
                <a:moveTo>
                  <a:pt x="0" y="0"/>
                </a:moveTo>
                <a:lnTo>
                  <a:pt x="18292465" y="0"/>
                </a:lnTo>
                <a:lnTo>
                  <a:pt x="18292465" y="10289512"/>
                </a:lnTo>
                <a:lnTo>
                  <a:pt x="0" y="10289512"/>
                </a:lnTo>
                <a:lnTo>
                  <a:pt x="0" y="0"/>
                </a:lnTo>
                <a:close/>
              </a:path>
            </a:pathLst>
          </a:custGeom>
          <a:blipFill>
            <a:blip r:embed="rId16"/>
            <a:stretch>
              <a:fillRect t="-1" b="-1"/>
            </a:stretch>
          </a:blipFill>
        </p:spPr>
      </p:sp>
      <p:sp>
        <p:nvSpPr>
          <p:cNvPr id="2" name="標題版面配置區 1">
            <a:extLst>
              <a:ext uri="{FF2B5EF4-FFF2-40B4-BE49-F238E27FC236}">
                <a16:creationId xmlns:a16="http://schemas.microsoft.com/office/drawing/2014/main" id="{8832B8C6-035D-4408-96CF-D580100245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7300" y="38100"/>
            <a:ext cx="13830300" cy="198913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en-US" altLang="zh-TW" dirty="0"/>
              <a:t>AAA</a:t>
            </a:r>
            <a:r>
              <a:rPr kumimoji="1" lang="zh-TW" altLang="en-US" dirty="0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324272D6-6A15-7502-FB93-8AFEF405B64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257300" y="2247900"/>
            <a:ext cx="15773400" cy="7018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en-US" altLang="zh-TW" dirty="0" err="1"/>
              <a:t>aaa</a:t>
            </a:r>
            <a:r>
              <a:rPr kumimoji="1" lang="zh-TW" altLang="en-US" dirty="0"/>
              <a:t>按一下以編輯母片文字樣式</a:t>
            </a:r>
          </a:p>
          <a:p>
            <a:pPr lvl="1"/>
            <a:r>
              <a:rPr kumimoji="1" lang="en-US" altLang="zh-TW" dirty="0" err="1"/>
              <a:t>aaa</a:t>
            </a:r>
            <a:r>
              <a:rPr kumimoji="1" lang="zh-TW" altLang="en-US" dirty="0"/>
              <a:t>第二層</a:t>
            </a:r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CBF492AC-8B7D-A8BF-6BC1-61FB772DF8E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057900" y="9534525"/>
            <a:ext cx="6172200" cy="5476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TW" altLang="en-US"/>
          </a:p>
        </p:txBody>
      </p:sp>
      <p:sp>
        <p:nvSpPr>
          <p:cNvPr id="8" name="投影片編號版面配置區 7">
            <a:extLst>
              <a:ext uri="{FF2B5EF4-FFF2-40B4-BE49-F238E27FC236}">
                <a16:creationId xmlns:a16="http://schemas.microsoft.com/office/drawing/2014/main" id="{CA62C615-B3FA-7D46-6CCB-D592FF5D762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4020800" y="9671856"/>
            <a:ext cx="4114800" cy="5476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800">
                <a:solidFill>
                  <a:schemeClr val="bg1"/>
                </a:solidFill>
              </a:defRPr>
            </a:lvl1pPr>
          </a:lstStyle>
          <a:p>
            <a:fld id="{7133F845-E4A0-3649-90FB-D488CE304927}" type="slidenum">
              <a:rPr kumimoji="1" lang="zh-TW" altLang="en-US" smtClean="0"/>
              <a:pPr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7771652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734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731" r:id="rId11"/>
    <p:sldLayoutId id="2147483733" r:id="rId12"/>
    <p:sldLayoutId id="2147483732" r:id="rId13"/>
    <p:sldLayoutId id="2147483695" r:id="rId14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7200" b="1" kern="1200">
          <a:solidFill>
            <a:schemeClr val="tx1"/>
          </a:solidFill>
          <a:latin typeface="微軟正黑體" panose="020B0604030504040204" pitchFamily="34" charset="-120"/>
          <a:ea typeface="微軟正黑體" panose="020B0604030504040204" pitchFamily="34" charset="-120"/>
          <a:cs typeface="Times New Roman" panose="02020603050405020304" pitchFamily="18" charset="0"/>
        </a:defRPr>
      </a:lvl1pPr>
    </p:titleStyle>
    <p:bodyStyle>
      <a:lvl1pPr marL="360000" indent="-3600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4800" b="1" kern="1200">
          <a:solidFill>
            <a:schemeClr val="tx1"/>
          </a:solidFill>
          <a:latin typeface="微軟正黑體" panose="020B0604030504040204" pitchFamily="34" charset="-120"/>
          <a:ea typeface="微軟正黑體" panose="020B0604030504040204" pitchFamily="34" charset="-120"/>
          <a:cs typeface="Times New Roman" panose="02020603050405020304" pitchFamily="18" charset="0"/>
        </a:defRPr>
      </a:lvl1pPr>
      <a:lvl2pPr marL="817200" indent="-3600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4000" b="1" kern="1200">
          <a:solidFill>
            <a:schemeClr val="tx1"/>
          </a:solidFill>
          <a:latin typeface="微軟正黑體" panose="020B0604030504040204" pitchFamily="34" charset="-120"/>
          <a:ea typeface="微軟正黑體" panose="020B0604030504040204" pitchFamily="34" charset="-120"/>
          <a:cs typeface="Times New Roman" panose="02020603050405020304" pitchFamily="18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3">
            <a:extLst>
              <a:ext uri="{FF2B5EF4-FFF2-40B4-BE49-F238E27FC236}">
                <a16:creationId xmlns:a16="http://schemas.microsoft.com/office/drawing/2014/main" id="{D9066190-D991-503B-6F9E-54B420158A26}"/>
              </a:ext>
            </a:extLst>
          </p:cNvPr>
          <p:cNvSpPr/>
          <p:nvPr userDrawn="1"/>
        </p:nvSpPr>
        <p:spPr>
          <a:xfrm>
            <a:off x="-4466" y="0"/>
            <a:ext cx="18292466" cy="10289512"/>
          </a:xfrm>
          <a:custGeom>
            <a:avLst/>
            <a:gdLst/>
            <a:ahLst/>
            <a:cxnLst/>
            <a:rect l="l" t="t" r="r" b="b"/>
            <a:pathLst>
              <a:path w="18292466" h="10289512">
                <a:moveTo>
                  <a:pt x="0" y="0"/>
                </a:moveTo>
                <a:lnTo>
                  <a:pt x="18292466" y="0"/>
                </a:lnTo>
                <a:lnTo>
                  <a:pt x="18292466" y="10289512"/>
                </a:lnTo>
                <a:lnTo>
                  <a:pt x="0" y="10289512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 t="-1" b="-1"/>
            </a:stretch>
          </a:blipFill>
        </p:spPr>
      </p:sp>
      <p:sp>
        <p:nvSpPr>
          <p:cNvPr id="2" name="標題版面配置區 1">
            <a:extLst>
              <a:ext uri="{FF2B5EF4-FFF2-40B4-BE49-F238E27FC236}">
                <a16:creationId xmlns:a16="http://schemas.microsoft.com/office/drawing/2014/main" id="{AD6BA84A-CCA4-8F76-8916-8D89CB6448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7300" y="547688"/>
            <a:ext cx="15773400" cy="198913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en-US" altLang="zh-TW" dirty="0" err="1"/>
              <a:t>aaa</a:t>
            </a:r>
            <a:r>
              <a:rPr kumimoji="1" lang="zh-TW" altLang="en-US" dirty="0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1EA42541-4E35-7A82-B493-5DF0327546F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257300" y="2738438"/>
            <a:ext cx="15773400" cy="6527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en-US" altLang="zh-TW" dirty="0" err="1"/>
              <a:t>aaa</a:t>
            </a:r>
            <a:r>
              <a:rPr kumimoji="1" lang="zh-TW" altLang="en-US" dirty="0"/>
              <a:t>按一下以編輯母片文字樣式</a:t>
            </a:r>
          </a:p>
          <a:p>
            <a:pPr lvl="1"/>
            <a:r>
              <a:rPr kumimoji="1" lang="en-US" altLang="zh-TW" dirty="0" err="1"/>
              <a:t>aaa</a:t>
            </a:r>
            <a:r>
              <a:rPr kumimoji="1" lang="zh-TW" altLang="en-US" dirty="0"/>
              <a:t>第二層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D6053C68-8A6C-7368-3376-804886EB4E3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257300" y="9534525"/>
            <a:ext cx="4114800" cy="5476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935EDC3-7B58-4BBE-B39C-4CE2A1884275}" type="datetime1">
              <a:rPr kumimoji="1" lang="zh-TW" altLang="en-US" smtClean="0"/>
              <a:t>2026/9/7</a:t>
            </a:fld>
            <a:endParaRPr kumimoji="1"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D7A23443-75C2-6BEC-8773-1991FDB4A9C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057900" y="9534525"/>
            <a:ext cx="6172200" cy="5476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TW" altLang="en-US"/>
          </a:p>
        </p:txBody>
      </p:sp>
      <p:sp>
        <p:nvSpPr>
          <p:cNvPr id="8" name="投影片編號版面配置區 7">
            <a:extLst>
              <a:ext uri="{FF2B5EF4-FFF2-40B4-BE49-F238E27FC236}">
                <a16:creationId xmlns:a16="http://schemas.microsoft.com/office/drawing/2014/main" id="{ADD0B27B-2FCF-9881-176F-FB89FE06A77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4020800" y="9671856"/>
            <a:ext cx="4114800" cy="5476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800">
                <a:solidFill>
                  <a:schemeClr val="bg1"/>
                </a:solidFill>
              </a:defRPr>
            </a:lvl1pPr>
          </a:lstStyle>
          <a:p>
            <a:fld id="{7133F845-E4A0-3649-90FB-D488CE304927}" type="slidenum">
              <a:rPr kumimoji="1" lang="zh-TW" altLang="en-US" smtClean="0"/>
              <a:pPr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15858270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8" r:id="rId1"/>
    <p:sldLayoutId id="2147483699" r:id="rId2"/>
    <p:sldLayoutId id="2147483700" r:id="rId3"/>
    <p:sldLayoutId id="2147483701" r:id="rId4"/>
    <p:sldLayoutId id="2147483702" r:id="rId5"/>
    <p:sldLayoutId id="2147483703" r:id="rId6"/>
    <p:sldLayoutId id="2147483704" r:id="rId7"/>
    <p:sldLayoutId id="2147483705" r:id="rId8"/>
    <p:sldLayoutId id="2147483706" r:id="rId9"/>
    <p:sldLayoutId id="2147483707" r:id="rId10"/>
    <p:sldLayoutId id="2147483708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7200" b="1" kern="1200">
          <a:solidFill>
            <a:schemeClr val="tx1"/>
          </a:solidFill>
          <a:latin typeface="微軟正黑體" panose="020B0604030504040204" pitchFamily="34" charset="-120"/>
          <a:ea typeface="微軟正黑體" panose="020B0604030504040204" pitchFamily="34" charset="-120"/>
          <a:cs typeface="Times New Roman" panose="02020603050405020304" pitchFamily="18" charset="0"/>
        </a:defRPr>
      </a:lvl1pPr>
    </p:titleStyle>
    <p:bodyStyle>
      <a:lvl1pPr marL="360000" indent="-3600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4800" b="1" kern="1200">
          <a:solidFill>
            <a:schemeClr val="tx1"/>
          </a:solidFill>
          <a:latin typeface="微軟正黑體" panose="020B0604030504040204" pitchFamily="34" charset="-120"/>
          <a:ea typeface="微軟正黑體" panose="020B0604030504040204" pitchFamily="34" charset="-120"/>
          <a:cs typeface="Times New Roman" panose="02020603050405020304" pitchFamily="18" charset="0"/>
        </a:defRPr>
      </a:lvl1pPr>
      <a:lvl2pPr marL="817200" indent="-3600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4000" b="1" kern="1200">
          <a:solidFill>
            <a:schemeClr val="tx1"/>
          </a:solidFill>
          <a:latin typeface="微軟正黑體" panose="020B0604030504040204" pitchFamily="34" charset="-120"/>
          <a:ea typeface="微軟正黑體" panose="020B0604030504040204" pitchFamily="34" charset="-120"/>
          <a:cs typeface="Times New Roman" panose="02020603050405020304" pitchFamily="18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2">
            <a:extLst>
              <a:ext uri="{FF2B5EF4-FFF2-40B4-BE49-F238E27FC236}">
                <a16:creationId xmlns:a16="http://schemas.microsoft.com/office/drawing/2014/main" id="{C2FE461B-AD88-F469-E6A5-6D54215A75E1}"/>
              </a:ext>
            </a:extLst>
          </p:cNvPr>
          <p:cNvSpPr/>
          <p:nvPr userDrawn="1"/>
        </p:nvSpPr>
        <p:spPr>
          <a:xfrm>
            <a:off x="-4466" y="-2512"/>
            <a:ext cx="18292466" cy="10289512"/>
          </a:xfrm>
          <a:custGeom>
            <a:avLst/>
            <a:gdLst/>
            <a:ahLst/>
            <a:cxnLst/>
            <a:rect l="l" t="t" r="r" b="b"/>
            <a:pathLst>
              <a:path w="18292466" h="10289512">
                <a:moveTo>
                  <a:pt x="0" y="0"/>
                </a:moveTo>
                <a:lnTo>
                  <a:pt x="18292466" y="0"/>
                </a:lnTo>
                <a:lnTo>
                  <a:pt x="18292466" y="10289512"/>
                </a:lnTo>
                <a:lnTo>
                  <a:pt x="0" y="10289512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t="-1" b="-1"/>
            </a:stretch>
          </a:blipFill>
        </p:spPr>
      </p:sp>
      <p:sp>
        <p:nvSpPr>
          <p:cNvPr id="2" name="標題版面配置區 1">
            <a:extLst>
              <a:ext uri="{FF2B5EF4-FFF2-40B4-BE49-F238E27FC236}">
                <a16:creationId xmlns:a16="http://schemas.microsoft.com/office/drawing/2014/main" id="{4FEA124A-0A5B-D479-FCB4-4C31E1A542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7300" y="547688"/>
            <a:ext cx="15773400" cy="198913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en-US" altLang="zh-TW" dirty="0"/>
              <a:t>aa</a:t>
            </a:r>
            <a:r>
              <a:rPr kumimoji="1" lang="zh-TW" altLang="en-US" dirty="0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C486D68D-9BFE-9E25-406F-B061CC6C9A1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257300" y="2738438"/>
            <a:ext cx="15773400" cy="6527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en-US" altLang="zh-TW" dirty="0"/>
              <a:t>aa</a:t>
            </a:r>
            <a:r>
              <a:rPr kumimoji="1" lang="zh-TW" altLang="en-US" dirty="0"/>
              <a:t>按一下以編輯母片文字樣式</a:t>
            </a:r>
          </a:p>
          <a:p>
            <a:pPr lvl="1"/>
            <a:r>
              <a:rPr kumimoji="1" lang="en-US" altLang="zh-TW" dirty="0"/>
              <a:t>aa</a:t>
            </a:r>
            <a:r>
              <a:rPr kumimoji="1" lang="zh-TW" altLang="en-US" dirty="0"/>
              <a:t>第二層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79500AD6-D24E-FB53-EFAD-F96C58B2E50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257300" y="9534525"/>
            <a:ext cx="4114800" cy="5476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C06668F-B567-4CDC-9385-DB1E5FAA6C15}" type="datetime1">
              <a:rPr kumimoji="1" lang="zh-TW" altLang="en-US" smtClean="0"/>
              <a:t>2026/9/7</a:t>
            </a:fld>
            <a:endParaRPr kumimoji="1"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59AB6771-49BD-EEF0-7656-995E6F57DBE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057900" y="9534525"/>
            <a:ext cx="6172200" cy="5476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TW" altLang="en-US"/>
          </a:p>
        </p:txBody>
      </p:sp>
      <p:sp>
        <p:nvSpPr>
          <p:cNvPr id="8" name="投影片編號版面配置區 7">
            <a:extLst>
              <a:ext uri="{FF2B5EF4-FFF2-40B4-BE49-F238E27FC236}">
                <a16:creationId xmlns:a16="http://schemas.microsoft.com/office/drawing/2014/main" id="{68B5FFC1-433C-AC57-A72A-65E12DEAF5E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4020800" y="9671856"/>
            <a:ext cx="4114800" cy="5476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800">
                <a:solidFill>
                  <a:schemeClr val="bg1"/>
                </a:solidFill>
              </a:defRPr>
            </a:lvl1pPr>
          </a:lstStyle>
          <a:p>
            <a:fld id="{7133F845-E4A0-3649-90FB-D488CE304927}" type="slidenum">
              <a:rPr kumimoji="1" lang="zh-TW" altLang="en-US" smtClean="0"/>
              <a:pPr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42397519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0" r:id="rId1"/>
    <p:sldLayoutId id="2147483735" r:id="rId2"/>
    <p:sldLayoutId id="2147483736" r:id="rId3"/>
    <p:sldLayoutId id="2147483737" r:id="rId4"/>
    <p:sldLayoutId id="2147483738" r:id="rId5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7200" b="1" kern="1200">
          <a:solidFill>
            <a:schemeClr val="tx1"/>
          </a:solidFill>
          <a:latin typeface="微軟正黑體" panose="020B0604030504040204" pitchFamily="34" charset="-120"/>
          <a:ea typeface="微軟正黑體" panose="020B0604030504040204" pitchFamily="34" charset="-120"/>
          <a:cs typeface="Times New Roman" panose="02020603050405020304" pitchFamily="18" charset="0"/>
        </a:defRPr>
      </a:lvl1pPr>
    </p:titleStyle>
    <p:bodyStyle>
      <a:lvl1pPr marL="360000" indent="-3600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4800" b="1" kern="1200">
          <a:solidFill>
            <a:schemeClr val="tx1"/>
          </a:solidFill>
          <a:latin typeface="微軟正黑體" panose="020B0604030504040204" pitchFamily="34" charset="-120"/>
          <a:ea typeface="微軟正黑體" panose="020B0604030504040204" pitchFamily="34" charset="-120"/>
          <a:cs typeface="Times New Roman" panose="02020603050405020304" pitchFamily="18" charset="0"/>
        </a:defRPr>
      </a:lvl1pPr>
      <a:lvl2pPr marL="817200" indent="-3600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4000" b="1" kern="1200">
          <a:solidFill>
            <a:schemeClr val="tx1"/>
          </a:solidFill>
          <a:latin typeface="微軟正黑體" panose="020B0604030504040204" pitchFamily="34" charset="-120"/>
          <a:ea typeface="微軟正黑體" panose="020B0604030504040204" pitchFamily="34" charset="-120"/>
          <a:cs typeface="Times New Roman" panose="02020603050405020304" pitchFamily="18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圖片 6">
            <a:extLst>
              <a:ext uri="{FF2B5EF4-FFF2-40B4-BE49-F238E27FC236}">
                <a16:creationId xmlns:a16="http://schemas.microsoft.com/office/drawing/2014/main" id="{279E78F0-706C-3AD2-C01D-9D746EAC2855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8288000" cy="10285269"/>
          </a:xfrm>
          <a:prstGeom prst="rect">
            <a:avLst/>
          </a:prstGeom>
        </p:spPr>
      </p:pic>
      <p:sp>
        <p:nvSpPr>
          <p:cNvPr id="2" name="標題版面配置區 1">
            <a:extLst>
              <a:ext uri="{FF2B5EF4-FFF2-40B4-BE49-F238E27FC236}">
                <a16:creationId xmlns:a16="http://schemas.microsoft.com/office/drawing/2014/main" id="{59A7EFCB-8D95-7B19-722A-A4764D0653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7300" y="547688"/>
            <a:ext cx="15773400" cy="198913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altLang="zh-TW" dirty="0"/>
              <a:t>aa</a:t>
            </a:r>
            <a:r>
              <a:rPr lang="zh-TW" altLang="en-US" dirty="0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3AB11BEE-ADA1-F007-123B-660CA857EB2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257300" y="2738438"/>
            <a:ext cx="15773400" cy="6527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altLang="zh-TW" dirty="0"/>
              <a:t>aa</a:t>
            </a:r>
            <a:r>
              <a:rPr lang="zh-TW" altLang="en-US" dirty="0"/>
              <a:t>按一下以編輯母片文字樣式</a:t>
            </a:r>
          </a:p>
          <a:p>
            <a:pPr lvl="1"/>
            <a:r>
              <a:rPr lang="en-US" altLang="zh-TW" dirty="0"/>
              <a:t>aa</a:t>
            </a:r>
            <a:r>
              <a:rPr lang="zh-TW" altLang="en-US" dirty="0"/>
              <a:t>第二層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30764C2C-9B89-5263-25A9-0DCDFCF5269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257300" y="9534525"/>
            <a:ext cx="4114800" cy="5476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AE870B5-B100-459B-B698-EF08D0455F63}" type="datetime1">
              <a:rPr lang="zh-TW" altLang="en-US" smtClean="0"/>
              <a:t>2026/9/7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0A0B5CA3-6094-45DD-3E0D-F9ED0D29CFE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057900" y="9534525"/>
            <a:ext cx="6172200" cy="5476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5F9E1F20-F3D6-37E8-5B1E-AD08E41CB58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2915900" y="9534525"/>
            <a:ext cx="4114800" cy="5476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1228D2E-F1A3-4C8A-9227-B3DB252A359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7291875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2" r:id="rId1"/>
    <p:sldLayoutId id="2147483713" r:id="rId2"/>
    <p:sldLayoutId id="2147483714" r:id="rId3"/>
    <p:sldLayoutId id="2147483715" r:id="rId4"/>
    <p:sldLayoutId id="2147483716" r:id="rId5"/>
    <p:sldLayoutId id="2147483717" r:id="rId6"/>
    <p:sldLayoutId id="2147483718" r:id="rId7"/>
    <p:sldLayoutId id="2147483719" r:id="rId8"/>
    <p:sldLayoutId id="2147483720" r:id="rId9"/>
    <p:sldLayoutId id="2147483721" r:id="rId10"/>
    <p:sldLayoutId id="2147483722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7200" b="1" kern="1200">
          <a:solidFill>
            <a:schemeClr val="tx1"/>
          </a:solidFill>
          <a:latin typeface="微軟正黑體" panose="020B0604030504040204" pitchFamily="34" charset="-120"/>
          <a:ea typeface="微軟正黑體" panose="020B0604030504040204" pitchFamily="34" charset="-120"/>
          <a:cs typeface="Times New Roman" panose="02020603050405020304" pitchFamily="18" charset="0"/>
        </a:defRPr>
      </a:lvl1pPr>
    </p:titleStyle>
    <p:bodyStyle>
      <a:lvl1pPr marL="360000" indent="-3600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4800" b="1" kern="1200">
          <a:solidFill>
            <a:schemeClr val="tx1"/>
          </a:solidFill>
          <a:latin typeface="微軟正黑體" panose="020B0604030504040204" pitchFamily="34" charset="-120"/>
          <a:ea typeface="微軟正黑體" panose="020B0604030504040204" pitchFamily="34" charset="-120"/>
          <a:cs typeface="Times New Roman" panose="02020603050405020304" pitchFamily="18" charset="0"/>
        </a:defRPr>
      </a:lvl1pPr>
      <a:lvl2pPr marL="817200" indent="-3600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4000" b="1" kern="1200">
          <a:solidFill>
            <a:schemeClr val="tx1"/>
          </a:solidFill>
          <a:latin typeface="微軟正黑體" panose="020B0604030504040204" pitchFamily="34" charset="-120"/>
          <a:ea typeface="微軟正黑體" panose="020B0604030504040204" pitchFamily="34" charset="-120"/>
          <a:cs typeface="Times New Roman" panose="02020603050405020304" pitchFamily="18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hyperlink" Target="https://studio.edgeimpulse.com/signup" TargetMode="External"/><Relationship Id="rId1" Type="http://schemas.openxmlformats.org/officeDocument/2006/relationships/slideLayout" Target="../slideLayouts/slideLayout29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9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hyperlink" Target="https://www.python.org/downloads/" TargetMode="External"/><Relationship Id="rId1" Type="http://schemas.openxmlformats.org/officeDocument/2006/relationships/slideLayout" Target="../slideLayouts/slideLayout29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hyperlink" Target="https://www.keil.com/download/" TargetMode="External"/><Relationship Id="rId1" Type="http://schemas.openxmlformats.org/officeDocument/2006/relationships/slideLayout" Target="../slideLayouts/slideLayout29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9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9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9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0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holtek.com.tw/page/vg/HT32F49395" TargetMode="External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9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9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9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9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9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9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hyperlink" Target="https://www.holtek.com.tw/page/vg/HT32F49395" TargetMode="External"/><Relationship Id="rId1" Type="http://schemas.openxmlformats.org/officeDocument/2006/relationships/slideLayout" Target="../slideLayouts/slideLayout29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9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9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9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emf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29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9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emf"/><Relationship Id="rId2" Type="http://schemas.openxmlformats.org/officeDocument/2006/relationships/oleObject" Target="../embeddings/oleObject2.bin"/><Relationship Id="rId1" Type="http://schemas.openxmlformats.org/officeDocument/2006/relationships/slideLayout" Target="../slideLayouts/slideLayout29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9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65C7B9-D46C-813D-9FA4-9BF296035B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DD127B3-2ECC-1EBD-139E-5CF29DAE978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zh-TW" altLang="en-US" dirty="0"/>
              <a:t>第</a:t>
            </a:r>
            <a:r>
              <a:rPr lang="en-US" altLang="zh-TW" dirty="0"/>
              <a:t>X</a:t>
            </a:r>
            <a:r>
              <a:rPr lang="zh-TW" altLang="en-US" dirty="0"/>
              <a:t>章</a:t>
            </a:r>
            <a:br>
              <a:rPr lang="en-US" altLang="zh-TW" dirty="0"/>
            </a:br>
            <a:r>
              <a:rPr lang="en-US" altLang="zh-TW" dirty="0"/>
              <a:t>									</a:t>
            </a:r>
            <a:r>
              <a:rPr lang="zh-TW" altLang="en-US" dirty="0"/>
              <a:t>  智慧球拍</a:t>
            </a:r>
          </a:p>
        </p:txBody>
      </p:sp>
      <p:sp>
        <p:nvSpPr>
          <p:cNvPr id="3" name="投影片編號版面配置區 2">
            <a:extLst>
              <a:ext uri="{FF2B5EF4-FFF2-40B4-BE49-F238E27FC236}">
                <a16:creationId xmlns:a16="http://schemas.microsoft.com/office/drawing/2014/main" id="{1B23C65B-DCB6-5B6B-5205-BA3588E8E60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133F845-E4A0-3649-90FB-D488CE304927}" type="slidenum">
              <a:rPr kumimoji="1" lang="zh-TW" altLang="en-US" smtClean="0"/>
              <a:pPr/>
              <a:t>1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249691915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>
            <a:extLst>
              <a:ext uri="{FF2B5EF4-FFF2-40B4-BE49-F238E27FC236}">
                <a16:creationId xmlns:a16="http://schemas.microsoft.com/office/drawing/2014/main" id="{402F851C-E824-A520-2E38-8C2390C6D2FC}"/>
              </a:ext>
            </a:extLst>
          </p:cNvPr>
          <p:cNvSpPr>
            <a:spLocks noGrp="1"/>
          </p:cNvSpPr>
          <p:nvPr>
            <p:ph sz="half" idx="12"/>
          </p:nvPr>
        </p:nvSpPr>
        <p:spPr/>
        <p:txBody>
          <a:bodyPr/>
          <a:lstStyle/>
          <a:p>
            <a:pPr marL="0" indent="817200" algn="just">
              <a:buNone/>
            </a:pPr>
            <a:r>
              <a:rPr lang="zh-TW" altLang="en-US" dirty="0">
                <a:latin typeface="Times New Roman" panose="02020603050405020304" pitchFamily="18" charset="0"/>
              </a:rPr>
              <a:t>本章基於 </a:t>
            </a:r>
            <a:r>
              <a:rPr lang="en-US" altLang="zh-TW" dirty="0">
                <a:latin typeface="Times New Roman" panose="02020603050405020304" pitchFamily="18" charset="0"/>
              </a:rPr>
              <a:t>HT32F67595 </a:t>
            </a:r>
            <a:r>
              <a:rPr lang="zh-TW" altLang="en-US" dirty="0">
                <a:latin typeface="Times New Roman" panose="02020603050405020304" pitchFamily="18" charset="0"/>
              </a:rPr>
              <a:t>與</a:t>
            </a:r>
            <a:r>
              <a:rPr lang="en-US" altLang="zh-TW" dirty="0">
                <a:latin typeface="Times New Roman" panose="02020603050405020304" pitchFamily="18" charset="0"/>
              </a:rPr>
              <a:t> Edge Impulse</a:t>
            </a:r>
            <a:r>
              <a:rPr lang="zh-TW" altLang="en-US" dirty="0">
                <a:latin typeface="Times New Roman" panose="02020603050405020304" pitchFamily="18" charset="0"/>
              </a:rPr>
              <a:t> 平台，實現球拍正反辨識功能。系統整合</a:t>
            </a:r>
            <a:r>
              <a:rPr lang="en-US" altLang="zh-TW" dirty="0">
                <a:latin typeface="Times New Roman" panose="02020603050405020304" pitchFamily="18" charset="0"/>
              </a:rPr>
              <a:t> HIMAX HM01B0 </a:t>
            </a:r>
            <a:r>
              <a:rPr lang="zh-TW" altLang="en-US" dirty="0">
                <a:latin typeface="Times New Roman" panose="02020603050405020304" pitchFamily="18" charset="0"/>
              </a:rPr>
              <a:t>鏡頭，透過 </a:t>
            </a:r>
            <a:r>
              <a:rPr lang="en-US" altLang="zh-TW" dirty="0">
                <a:latin typeface="Times New Roman" panose="02020603050405020304" pitchFamily="18" charset="0"/>
              </a:rPr>
              <a:t>TMR +</a:t>
            </a:r>
            <a:r>
              <a:rPr lang="zh-TW" altLang="en-US" dirty="0">
                <a:latin typeface="Times New Roman" panose="02020603050405020304" pitchFamily="18" charset="0"/>
              </a:rPr>
              <a:t> </a:t>
            </a:r>
            <a:r>
              <a:rPr lang="en-US" altLang="zh-TW" dirty="0">
                <a:latin typeface="Times New Roman" panose="02020603050405020304" pitchFamily="18" charset="0"/>
              </a:rPr>
              <a:t>DMA</a:t>
            </a:r>
            <a:r>
              <a:rPr lang="zh-TW" altLang="en-US" dirty="0">
                <a:latin typeface="Times New Roman" panose="02020603050405020304" pitchFamily="18" charset="0"/>
              </a:rPr>
              <a:t> 擷取影像資料，並使用 </a:t>
            </a:r>
            <a:r>
              <a:rPr lang="en-US" altLang="zh-TW" dirty="0">
                <a:latin typeface="Times New Roman" panose="02020603050405020304" pitchFamily="18" charset="0"/>
              </a:rPr>
              <a:t>Python</a:t>
            </a:r>
            <a:r>
              <a:rPr lang="zh-TW" altLang="en-US" dirty="0">
                <a:latin typeface="Times New Roman" panose="02020603050405020304" pitchFamily="18" charset="0"/>
              </a:rPr>
              <a:t> 程式拍攝資料集，再匯入 </a:t>
            </a:r>
            <a:r>
              <a:rPr lang="en-US" altLang="zh-TW" dirty="0">
                <a:latin typeface="Times New Roman" panose="02020603050405020304" pitchFamily="18" charset="0"/>
              </a:rPr>
              <a:t>Edge Impulse</a:t>
            </a:r>
            <a:r>
              <a:rPr lang="zh-TW" altLang="en-US" dirty="0">
                <a:latin typeface="Times New Roman" panose="02020603050405020304" pitchFamily="18" charset="0"/>
              </a:rPr>
              <a:t> 標記出不同手勢類別後，進行</a:t>
            </a:r>
            <a:r>
              <a:rPr lang="en-US" altLang="zh-TW" dirty="0">
                <a:latin typeface="Times New Roman" panose="02020603050405020304" pitchFamily="18" charset="0"/>
              </a:rPr>
              <a:t> Transfer Learning</a:t>
            </a:r>
            <a:r>
              <a:rPr lang="zh-TW" altLang="en-US" dirty="0">
                <a:latin typeface="Times New Roman" panose="02020603050405020304" pitchFamily="18" charset="0"/>
              </a:rPr>
              <a:t> </a:t>
            </a:r>
            <a:r>
              <a:rPr lang="en-US" altLang="zh-TW" dirty="0">
                <a:latin typeface="Times New Roman" panose="02020603050405020304" pitchFamily="18" charset="0"/>
              </a:rPr>
              <a:t>(</a:t>
            </a:r>
            <a:r>
              <a:rPr lang="en-US" altLang="zh-TW" dirty="0" err="1">
                <a:latin typeface="Times New Roman" panose="02020603050405020304" pitchFamily="18" charset="0"/>
              </a:rPr>
              <a:t>MobileNet</a:t>
            </a:r>
            <a:r>
              <a:rPr lang="en-US" altLang="zh-TW" dirty="0">
                <a:latin typeface="Times New Roman" panose="02020603050405020304" pitchFamily="18" charset="0"/>
              </a:rPr>
              <a:t> V1)</a:t>
            </a:r>
            <a:r>
              <a:rPr lang="zh-TW" altLang="en-US" dirty="0">
                <a:latin typeface="Times New Roman" panose="02020603050405020304" pitchFamily="18" charset="0"/>
              </a:rPr>
              <a:t> 提取特徵與訓練模型。完成後，將模型轉換為 </a:t>
            </a:r>
            <a:r>
              <a:rPr lang="en-US" altLang="zh-TW" dirty="0">
                <a:latin typeface="Times New Roman" panose="02020603050405020304" pitchFamily="18" charset="0"/>
              </a:rPr>
              <a:t>CMSIS-Pack</a:t>
            </a:r>
            <a:r>
              <a:rPr lang="zh-TW" altLang="en-US" dirty="0">
                <a:latin typeface="Times New Roman" panose="02020603050405020304" pitchFamily="18" charset="0"/>
              </a:rPr>
              <a:t>，並透過 </a:t>
            </a:r>
            <a:r>
              <a:rPr lang="en-US" altLang="zh-TW" dirty="0">
                <a:latin typeface="Times New Roman" panose="02020603050405020304" pitchFamily="18" charset="0"/>
              </a:rPr>
              <a:t>Keil C</a:t>
            </a:r>
            <a:r>
              <a:rPr lang="zh-TW" altLang="en-US" dirty="0">
                <a:latin typeface="Times New Roman" panose="02020603050405020304" pitchFamily="18" charset="0"/>
              </a:rPr>
              <a:t> 撰寫推論程式碼，最終部署至開發板，達成即時手勢辨識。</a:t>
            </a:r>
            <a:endParaRPr lang="en-US" altLang="zh-TW" dirty="0">
              <a:latin typeface="Times New Roman" panose="02020603050405020304" pitchFamily="18" charset="0"/>
            </a:endParaRPr>
          </a:p>
        </p:txBody>
      </p:sp>
      <p:sp>
        <p:nvSpPr>
          <p:cNvPr id="3" name="標題 2">
            <a:extLst>
              <a:ext uri="{FF2B5EF4-FFF2-40B4-BE49-F238E27FC236}">
                <a16:creationId xmlns:a16="http://schemas.microsoft.com/office/drawing/2014/main" id="{C0228108-E236-633C-D671-5C22F388BC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章節介紹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C05FD970-D433-01DA-C9EA-7BFC8A1BF2E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133F845-E4A0-3649-90FB-D488CE304927}" type="slidenum">
              <a:rPr kumimoji="1" lang="zh-TW" altLang="en-US" smtClean="0"/>
              <a:pPr/>
              <a:t>2</a:t>
            </a:fld>
            <a:endParaRPr kumimoji="1"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49147355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標題 2">
            <a:extLst>
              <a:ext uri="{FF2B5EF4-FFF2-40B4-BE49-F238E27FC236}">
                <a16:creationId xmlns:a16="http://schemas.microsoft.com/office/drawing/2014/main" id="{2B1957FF-8192-9825-3B3D-5BA0309940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zh-TW" dirty="0"/>
              <a:t>實作核心流程</a:t>
            </a:r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A4A2FC80-61B1-6F21-13CB-36452BF467D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133F845-E4A0-3649-90FB-D488CE304927}" type="slidenum">
              <a:rPr kumimoji="1" lang="zh-TW" altLang="en-US" smtClean="0"/>
              <a:pPr/>
              <a:t>3</a:t>
            </a:fld>
            <a:endParaRPr kumimoji="1" lang="zh-TW" altLang="en-US" dirty="0"/>
          </a:p>
        </p:txBody>
      </p:sp>
      <p:sp>
        <p:nvSpPr>
          <p:cNvPr id="5" name="矩形: 圓角 4">
            <a:extLst>
              <a:ext uri="{FF2B5EF4-FFF2-40B4-BE49-F238E27FC236}">
                <a16:creationId xmlns:a16="http://schemas.microsoft.com/office/drawing/2014/main" id="{5706AB91-EB84-BC6A-AEF2-BF0942879CE0}"/>
              </a:ext>
            </a:extLst>
          </p:cNvPr>
          <p:cNvSpPr/>
          <p:nvPr/>
        </p:nvSpPr>
        <p:spPr>
          <a:xfrm>
            <a:off x="1524000" y="2650803"/>
            <a:ext cx="4038600" cy="2133600"/>
          </a:xfrm>
          <a:prstGeom prst="roundRect">
            <a:avLst/>
          </a:prstGeom>
          <a:solidFill>
            <a:srgbClr val="FFFFFF"/>
          </a:solidFill>
          <a:ln w="76200">
            <a:solidFill>
              <a:schemeClr val="accent1"/>
            </a:solidFill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3200" b="1" dirty="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定義任務</a:t>
            </a:r>
            <a:endParaRPr lang="en-US" altLang="zh-TW" sz="3200" b="1" dirty="0">
              <a:solidFill>
                <a:schemeClr val="tx1"/>
              </a:solidFill>
              <a:latin typeface="Times New Roman" panose="02020603050405020304" pitchFamily="18" charset="0"/>
              <a:ea typeface="微軟正黑體" panose="020B0604030504040204" pitchFamily="34" charset="-120"/>
              <a:cs typeface="Times New Roman" panose="02020603050405020304" pitchFamily="18" charset="0"/>
            </a:endParaRPr>
          </a:p>
          <a:p>
            <a:pPr algn="ctr"/>
            <a:r>
              <a:rPr lang="zh-TW" altLang="en-US" sz="3200" b="1" dirty="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與硬體平台</a:t>
            </a:r>
          </a:p>
        </p:txBody>
      </p:sp>
      <p:sp>
        <p:nvSpPr>
          <p:cNvPr id="6" name="矩形: 圓角 5">
            <a:extLst>
              <a:ext uri="{FF2B5EF4-FFF2-40B4-BE49-F238E27FC236}">
                <a16:creationId xmlns:a16="http://schemas.microsoft.com/office/drawing/2014/main" id="{74D79063-8A2D-59AF-AD37-D64F2640534D}"/>
              </a:ext>
            </a:extLst>
          </p:cNvPr>
          <p:cNvSpPr/>
          <p:nvPr/>
        </p:nvSpPr>
        <p:spPr>
          <a:xfrm>
            <a:off x="6705600" y="2650803"/>
            <a:ext cx="4038600" cy="2133600"/>
          </a:xfrm>
          <a:prstGeom prst="roundRect">
            <a:avLst/>
          </a:prstGeom>
          <a:solidFill>
            <a:srgbClr val="FFFFFF"/>
          </a:solidFill>
          <a:ln w="76200">
            <a:solidFill>
              <a:schemeClr val="accent1"/>
            </a:solidFill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zh-TW" sz="3200" b="1" dirty="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資料蒐集與標註</a:t>
            </a:r>
            <a:endParaRPr lang="zh-TW" altLang="en-US" sz="3200" b="1" dirty="0">
              <a:solidFill>
                <a:schemeClr val="tx1"/>
              </a:solidFill>
              <a:latin typeface="Times New Roman" panose="02020603050405020304" pitchFamily="18" charset="0"/>
              <a:ea typeface="微軟正黑體" panose="020B0604030504040204" pitchFamily="34" charset="-120"/>
              <a:cs typeface="Times New Roman" panose="02020603050405020304" pitchFamily="18" charset="0"/>
            </a:endParaRPr>
          </a:p>
        </p:txBody>
      </p:sp>
      <p:sp>
        <p:nvSpPr>
          <p:cNvPr id="7" name="矩形: 圓角 6">
            <a:extLst>
              <a:ext uri="{FF2B5EF4-FFF2-40B4-BE49-F238E27FC236}">
                <a16:creationId xmlns:a16="http://schemas.microsoft.com/office/drawing/2014/main" id="{F1A9E6C1-3286-A31A-93AE-DA0443DEEF1F}"/>
              </a:ext>
            </a:extLst>
          </p:cNvPr>
          <p:cNvSpPr/>
          <p:nvPr/>
        </p:nvSpPr>
        <p:spPr>
          <a:xfrm>
            <a:off x="11887200" y="2650803"/>
            <a:ext cx="4038600" cy="2133600"/>
          </a:xfrm>
          <a:prstGeom prst="roundRect">
            <a:avLst/>
          </a:prstGeom>
          <a:solidFill>
            <a:srgbClr val="FFFFFF"/>
          </a:solidFill>
          <a:ln w="76200">
            <a:solidFill>
              <a:schemeClr val="accent1"/>
            </a:solidFill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zh-TW" sz="3200" b="1" dirty="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前處理與特徵工程</a:t>
            </a:r>
            <a:endParaRPr lang="zh-TW" altLang="en-US" sz="3200" b="1" dirty="0">
              <a:solidFill>
                <a:schemeClr val="tx1"/>
              </a:solidFill>
              <a:latin typeface="Times New Roman" panose="02020603050405020304" pitchFamily="18" charset="0"/>
              <a:ea typeface="微軟正黑體" panose="020B0604030504040204" pitchFamily="34" charset="-120"/>
              <a:cs typeface="Times New Roman" panose="02020603050405020304" pitchFamily="18" charset="0"/>
            </a:endParaRPr>
          </a:p>
        </p:txBody>
      </p:sp>
      <p:sp>
        <p:nvSpPr>
          <p:cNvPr id="8" name="矩形: 圓角 7">
            <a:extLst>
              <a:ext uri="{FF2B5EF4-FFF2-40B4-BE49-F238E27FC236}">
                <a16:creationId xmlns:a16="http://schemas.microsoft.com/office/drawing/2014/main" id="{329AAE00-99DE-B6DA-B6A0-D6D34E0E6794}"/>
              </a:ext>
            </a:extLst>
          </p:cNvPr>
          <p:cNvSpPr/>
          <p:nvPr/>
        </p:nvSpPr>
        <p:spPr>
          <a:xfrm>
            <a:off x="1524000" y="5753100"/>
            <a:ext cx="4038600" cy="2133600"/>
          </a:xfrm>
          <a:prstGeom prst="roundRect">
            <a:avLst/>
          </a:prstGeom>
          <a:solidFill>
            <a:srgbClr val="FFFFFF"/>
          </a:solidFill>
          <a:ln w="76200">
            <a:solidFill>
              <a:schemeClr val="accent1"/>
            </a:solidFill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zh-TW" sz="3200" b="1" dirty="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部署與</a:t>
            </a:r>
            <a:r>
              <a:rPr lang="en-US" altLang="zh-TW" sz="3200" b="1" dirty="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 CMSIS-NN / </a:t>
            </a:r>
            <a:r>
              <a:rPr lang="en-US" altLang="zh-TW" sz="3200" b="1" dirty="0" err="1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TinyML</a:t>
            </a:r>
            <a:r>
              <a:rPr lang="en-US" altLang="zh-TW" sz="3200" b="1" dirty="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 </a:t>
            </a:r>
            <a:r>
              <a:rPr lang="zh-TW" altLang="zh-TW" sz="3200" b="1" dirty="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整合</a:t>
            </a:r>
            <a:endParaRPr lang="zh-TW" altLang="en-US" sz="3200" b="1" dirty="0">
              <a:solidFill>
                <a:schemeClr val="tx1"/>
              </a:solidFill>
              <a:latin typeface="Times New Roman" panose="02020603050405020304" pitchFamily="18" charset="0"/>
              <a:ea typeface="微軟正黑體" panose="020B0604030504040204" pitchFamily="34" charset="-120"/>
              <a:cs typeface="Times New Roman" panose="02020603050405020304" pitchFamily="18" charset="0"/>
            </a:endParaRPr>
          </a:p>
        </p:txBody>
      </p:sp>
      <p:sp>
        <p:nvSpPr>
          <p:cNvPr id="9" name="矩形: 圓角 8">
            <a:extLst>
              <a:ext uri="{FF2B5EF4-FFF2-40B4-BE49-F238E27FC236}">
                <a16:creationId xmlns:a16="http://schemas.microsoft.com/office/drawing/2014/main" id="{AEEA61DA-4FFE-26CA-20EF-67F130938735}"/>
              </a:ext>
            </a:extLst>
          </p:cNvPr>
          <p:cNvSpPr/>
          <p:nvPr/>
        </p:nvSpPr>
        <p:spPr>
          <a:xfrm>
            <a:off x="6705600" y="5753100"/>
            <a:ext cx="4038600" cy="2133600"/>
          </a:xfrm>
          <a:prstGeom prst="roundRect">
            <a:avLst/>
          </a:prstGeom>
          <a:solidFill>
            <a:srgbClr val="FFFFFF"/>
          </a:solidFill>
          <a:ln w="76200">
            <a:solidFill>
              <a:schemeClr val="accent1"/>
            </a:solidFill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zh-TW" sz="3200" b="1" dirty="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模型評估與優化</a:t>
            </a:r>
            <a:endParaRPr lang="zh-TW" altLang="en-US" sz="3200" b="1" dirty="0">
              <a:solidFill>
                <a:schemeClr val="tx1"/>
              </a:solidFill>
              <a:latin typeface="Times New Roman" panose="02020603050405020304" pitchFamily="18" charset="0"/>
              <a:ea typeface="微軟正黑體" panose="020B0604030504040204" pitchFamily="34" charset="-120"/>
              <a:cs typeface="Times New Roman" panose="02020603050405020304" pitchFamily="18" charset="0"/>
            </a:endParaRPr>
          </a:p>
        </p:txBody>
      </p:sp>
      <p:sp>
        <p:nvSpPr>
          <p:cNvPr id="10" name="矩形: 圓角 9">
            <a:extLst>
              <a:ext uri="{FF2B5EF4-FFF2-40B4-BE49-F238E27FC236}">
                <a16:creationId xmlns:a16="http://schemas.microsoft.com/office/drawing/2014/main" id="{11C6F79E-017C-A129-AC7B-445B7C2A7E6A}"/>
              </a:ext>
            </a:extLst>
          </p:cNvPr>
          <p:cNvSpPr/>
          <p:nvPr/>
        </p:nvSpPr>
        <p:spPr>
          <a:xfrm>
            <a:off x="11887200" y="5753100"/>
            <a:ext cx="4038600" cy="2133600"/>
          </a:xfrm>
          <a:prstGeom prst="roundRect">
            <a:avLst/>
          </a:prstGeom>
          <a:solidFill>
            <a:srgbClr val="FFFFFF"/>
          </a:solidFill>
          <a:ln w="76200">
            <a:solidFill>
              <a:schemeClr val="accent1"/>
            </a:solidFill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zh-TW" sz="3200" b="1" dirty="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模型設計與訓練</a:t>
            </a:r>
            <a:endParaRPr lang="zh-TW" altLang="en-US" sz="3200" b="1" dirty="0">
              <a:solidFill>
                <a:schemeClr val="tx1"/>
              </a:solidFill>
              <a:latin typeface="Times New Roman" panose="02020603050405020304" pitchFamily="18" charset="0"/>
              <a:ea typeface="微軟正黑體" panose="020B0604030504040204" pitchFamily="34" charset="-120"/>
              <a:cs typeface="Times New Roman" panose="02020603050405020304" pitchFamily="18" charset="0"/>
            </a:endParaRPr>
          </a:p>
        </p:txBody>
      </p:sp>
      <p:cxnSp>
        <p:nvCxnSpPr>
          <p:cNvPr id="11" name="直線單箭頭接點 10">
            <a:extLst>
              <a:ext uri="{FF2B5EF4-FFF2-40B4-BE49-F238E27FC236}">
                <a16:creationId xmlns:a16="http://schemas.microsoft.com/office/drawing/2014/main" id="{85ECD517-7D3F-22D4-89A7-4F3590364BFD}"/>
              </a:ext>
            </a:extLst>
          </p:cNvPr>
          <p:cNvCxnSpPr>
            <a:stCxn id="5" idx="3"/>
            <a:endCxn id="6" idx="1"/>
          </p:cNvCxnSpPr>
          <p:nvPr/>
        </p:nvCxnSpPr>
        <p:spPr>
          <a:xfrm>
            <a:off x="5562600" y="3717603"/>
            <a:ext cx="1143000" cy="0"/>
          </a:xfrm>
          <a:prstGeom prst="straightConnector1">
            <a:avLst/>
          </a:prstGeom>
          <a:ln w="7620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線單箭頭接點 11">
            <a:extLst>
              <a:ext uri="{FF2B5EF4-FFF2-40B4-BE49-F238E27FC236}">
                <a16:creationId xmlns:a16="http://schemas.microsoft.com/office/drawing/2014/main" id="{89D7C376-E98E-D622-8F15-17B8C221ABBB}"/>
              </a:ext>
            </a:extLst>
          </p:cNvPr>
          <p:cNvCxnSpPr>
            <a:stCxn id="6" idx="3"/>
            <a:endCxn id="7" idx="1"/>
          </p:cNvCxnSpPr>
          <p:nvPr/>
        </p:nvCxnSpPr>
        <p:spPr>
          <a:xfrm>
            <a:off x="10744200" y="3717603"/>
            <a:ext cx="1143000" cy="0"/>
          </a:xfrm>
          <a:prstGeom prst="straightConnector1">
            <a:avLst/>
          </a:prstGeom>
          <a:ln w="7620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線單箭頭接點 12">
            <a:extLst>
              <a:ext uri="{FF2B5EF4-FFF2-40B4-BE49-F238E27FC236}">
                <a16:creationId xmlns:a16="http://schemas.microsoft.com/office/drawing/2014/main" id="{B4E42DE2-42FB-F7CE-9ED5-330557803F98}"/>
              </a:ext>
            </a:extLst>
          </p:cNvPr>
          <p:cNvCxnSpPr>
            <a:stCxn id="7" idx="2"/>
            <a:endCxn id="10" idx="0"/>
          </p:cNvCxnSpPr>
          <p:nvPr/>
        </p:nvCxnSpPr>
        <p:spPr>
          <a:xfrm>
            <a:off x="13906500" y="4784403"/>
            <a:ext cx="0" cy="968697"/>
          </a:xfrm>
          <a:prstGeom prst="straightConnector1">
            <a:avLst/>
          </a:prstGeom>
          <a:ln w="7620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線單箭頭接點 13">
            <a:extLst>
              <a:ext uri="{FF2B5EF4-FFF2-40B4-BE49-F238E27FC236}">
                <a16:creationId xmlns:a16="http://schemas.microsoft.com/office/drawing/2014/main" id="{2671FC66-EE11-7C71-25E0-2869453B4674}"/>
              </a:ext>
            </a:extLst>
          </p:cNvPr>
          <p:cNvCxnSpPr>
            <a:stCxn id="10" idx="1"/>
            <a:endCxn id="9" idx="3"/>
          </p:cNvCxnSpPr>
          <p:nvPr/>
        </p:nvCxnSpPr>
        <p:spPr>
          <a:xfrm flipH="1">
            <a:off x="10744200" y="6819900"/>
            <a:ext cx="1143000" cy="0"/>
          </a:xfrm>
          <a:prstGeom prst="straightConnector1">
            <a:avLst/>
          </a:prstGeom>
          <a:ln w="7620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線單箭頭接點 14">
            <a:extLst>
              <a:ext uri="{FF2B5EF4-FFF2-40B4-BE49-F238E27FC236}">
                <a16:creationId xmlns:a16="http://schemas.microsoft.com/office/drawing/2014/main" id="{7AE34E0C-0C01-74C7-860E-FC85F191286E}"/>
              </a:ext>
            </a:extLst>
          </p:cNvPr>
          <p:cNvCxnSpPr>
            <a:stCxn id="9" idx="1"/>
            <a:endCxn id="8" idx="3"/>
          </p:cNvCxnSpPr>
          <p:nvPr/>
        </p:nvCxnSpPr>
        <p:spPr>
          <a:xfrm flipH="1">
            <a:off x="5562600" y="6819900"/>
            <a:ext cx="1143000" cy="0"/>
          </a:xfrm>
          <a:prstGeom prst="straightConnector1">
            <a:avLst/>
          </a:prstGeom>
          <a:ln w="7620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6939830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91BE78-7A0E-1DE7-32C7-B575D78335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FC49D20F-A056-AC1C-8B48-33A22F557DC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133F845-E4A0-3649-90FB-D488CE304927}" type="slidenum">
              <a:rPr kumimoji="1" lang="zh-TW" altLang="en-US" smtClean="0"/>
              <a:pPr/>
              <a:t>4</a:t>
            </a:fld>
            <a:endParaRPr kumimoji="1" lang="zh-TW" altLang="en-US"/>
          </a:p>
        </p:txBody>
      </p:sp>
      <p:sp>
        <p:nvSpPr>
          <p:cNvPr id="3" name="AutoShape 4">
            <a:extLst>
              <a:ext uri="{FF2B5EF4-FFF2-40B4-BE49-F238E27FC236}">
                <a16:creationId xmlns:a16="http://schemas.microsoft.com/office/drawing/2014/main" id="{22C47E5E-1F7E-9142-AD68-F4F3CF19583C}"/>
              </a:ext>
            </a:extLst>
          </p:cNvPr>
          <p:cNvSpPr/>
          <p:nvPr/>
        </p:nvSpPr>
        <p:spPr>
          <a:xfrm>
            <a:off x="2379518" y="1577933"/>
            <a:ext cx="13528964" cy="7131132"/>
          </a:xfrm>
          <a:prstGeom prst="rect">
            <a:avLst/>
          </a:prstGeom>
          <a:solidFill>
            <a:srgbClr val="F1F1F1"/>
          </a:solidFill>
        </p:spPr>
        <p:txBody>
          <a:bodyPr/>
          <a:lstStyle/>
          <a:p>
            <a:pPr algn="ctr"/>
            <a:endParaRPr lang="zh-TW" alt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6D9DAF9-C844-0068-3562-BB968EEE84C5}"/>
              </a:ext>
            </a:extLst>
          </p:cNvPr>
          <p:cNvSpPr txBox="1"/>
          <p:nvPr/>
        </p:nvSpPr>
        <p:spPr>
          <a:xfrm>
            <a:off x="2757220" y="4480850"/>
            <a:ext cx="12906003" cy="132561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0980"/>
              </a:lnSpc>
            </a:pPr>
            <a:r>
              <a:rPr lang="zh-TW" altLang="en-US" sz="8800" b="1" dirty="0">
                <a:solidFill>
                  <a:srgbClr val="000000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  <a:sym typeface="Noto Sans T Chinese"/>
              </a:rPr>
              <a:t>事前準備</a:t>
            </a:r>
            <a:endParaRPr lang="en-US" altLang="zh-TW" sz="8800" dirty="0">
              <a:solidFill>
                <a:srgbClr val="000000"/>
              </a:solidFill>
              <a:latin typeface="Noto Sans T Chinese Bold"/>
              <a:ea typeface="Noto Sans T Chinese Bold"/>
              <a:cs typeface="Noto Sans T Chinese Bold"/>
              <a:sym typeface="Noto Sans T Chinese Bold"/>
            </a:endParaRPr>
          </a:p>
        </p:txBody>
      </p:sp>
    </p:spTree>
    <p:extLst>
      <p:ext uri="{BB962C8B-B14F-4D97-AF65-F5344CB8AC3E}">
        <p14:creationId xmlns:p14="http://schemas.microsoft.com/office/powerpoint/2010/main" val="236968439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標題 4">
            <a:extLst>
              <a:ext uri="{FF2B5EF4-FFF2-40B4-BE49-F238E27FC236}">
                <a16:creationId xmlns:a16="http://schemas.microsoft.com/office/drawing/2014/main" id="{8A39C6C1-5DB2-C31A-78DF-D87A9E7C32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TW" b="1" dirty="0">
                <a:solidFill>
                  <a:srgbClr val="000000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Noto Sans T Chinese"/>
                <a:sym typeface="Noto Sans T Chinese"/>
              </a:rPr>
              <a:t>Edge Impulse </a:t>
            </a:r>
            <a:r>
              <a:rPr lang="zh-TW" altLang="en-US" b="1" dirty="0">
                <a:solidFill>
                  <a:srgbClr val="000000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Noto Sans T Chinese"/>
                <a:sym typeface="Noto Sans T Chinese"/>
              </a:rPr>
              <a:t>事前準備</a:t>
            </a:r>
            <a:r>
              <a:rPr lang="en-US" altLang="zh-TW" b="1" dirty="0">
                <a:solidFill>
                  <a:srgbClr val="000000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Noto Sans T Chinese"/>
                <a:sym typeface="Noto Sans T Chinese"/>
              </a:rPr>
              <a:t>-1/2</a:t>
            </a:r>
            <a:endParaRPr lang="zh-TW" altLang="en-US" dirty="0"/>
          </a:p>
        </p:txBody>
      </p:sp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0CF0D984-5331-8CBB-9096-78F17045102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133F845-E4A0-3649-90FB-D488CE304927}" type="slidenum">
              <a:rPr kumimoji="1" lang="zh-TW" altLang="en-US" smtClean="0"/>
              <a:pPr/>
              <a:t>5</a:t>
            </a:fld>
            <a:endParaRPr kumimoji="1" lang="zh-TW" altLang="en-US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2011591D-739F-90BE-3F06-D93B5BC53646}"/>
              </a:ext>
            </a:extLst>
          </p:cNvPr>
          <p:cNvSpPr>
            <a:spLocks noGrp="1"/>
          </p:cNvSpPr>
          <p:nvPr>
            <p:ph idx="12"/>
          </p:nvPr>
        </p:nvSpPr>
        <p:spPr/>
        <p:txBody>
          <a:bodyPr/>
          <a:lstStyle/>
          <a:p>
            <a:pPr indent="817200" algn="just"/>
            <a:r>
              <a:rPr lang="zh-TW" altLang="en-US" b="1" dirty="0">
                <a:solidFill>
                  <a:srgbClr val="000000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Noto Sans T Chinese"/>
                <a:sym typeface="Noto Sans T Chinese"/>
              </a:rPr>
              <a:t>到</a:t>
            </a:r>
            <a:r>
              <a:rPr lang="en-US" altLang="zh-TW" b="1" dirty="0">
                <a:solidFill>
                  <a:srgbClr val="000000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Noto Sans T Chinese"/>
                <a:sym typeface="Noto Sans T Chinese"/>
              </a:rPr>
              <a:t> Edge Impulse </a:t>
            </a:r>
            <a:r>
              <a:rPr lang="en-US" altLang="zh-TW" b="1" dirty="0" err="1">
                <a:solidFill>
                  <a:srgbClr val="000000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Noto Sans T Chinese"/>
                <a:sym typeface="Noto Sans T Chinese"/>
              </a:rPr>
              <a:t>官方網站</a:t>
            </a:r>
            <a:r>
              <a:rPr lang="en-US" altLang="zh-TW" b="1" dirty="0">
                <a:solidFill>
                  <a:srgbClr val="000000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Noto Sans T Chinese"/>
                <a:sym typeface="Noto Sans T Chinese"/>
              </a:rPr>
              <a:t> (</a:t>
            </a:r>
            <a:r>
              <a:rPr lang="en-US" altLang="zh-TW" b="1" u="sng" dirty="0">
                <a:latin typeface="Times New Roman" panose="02020603050405020304" pitchFamily="18" charset="0"/>
                <a:ea typeface="微軟正黑體" panose="020B0604030504040204" pitchFamily="34" charset="-120"/>
                <a:cs typeface="Noto Sans T Chinese"/>
                <a:sym typeface="Noto Sans T Chinese"/>
                <a:hlinkClick r:id="rId2"/>
              </a:rPr>
              <a:t>https://studio.edgeimpulse.com/signup</a:t>
            </a:r>
            <a:r>
              <a:rPr lang="en-US" altLang="zh-TW" b="1" dirty="0">
                <a:solidFill>
                  <a:srgbClr val="000000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Noto Sans T Chinese"/>
                <a:sym typeface="Noto Sans T Chinese"/>
              </a:rPr>
              <a:t>) </a:t>
            </a:r>
            <a:r>
              <a:rPr lang="zh-TW" altLang="en-US" b="1" dirty="0">
                <a:solidFill>
                  <a:srgbClr val="000000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Noto Sans T Chinese"/>
                <a:sym typeface="Noto Sans T Chinese"/>
              </a:rPr>
              <a:t>，點擊右上角</a:t>
            </a:r>
            <a:endParaRPr lang="en-US" altLang="zh-TW" b="1" dirty="0">
              <a:solidFill>
                <a:srgbClr val="000000"/>
              </a:solidFill>
              <a:latin typeface="Times New Roman" panose="02020603050405020304" pitchFamily="18" charset="0"/>
              <a:ea typeface="微軟正黑體" panose="020B0604030504040204" pitchFamily="34" charset="-120"/>
              <a:cs typeface="Noto Sans T Chinese"/>
              <a:sym typeface="Noto Sans T Chinese"/>
            </a:endParaRPr>
          </a:p>
          <a:p>
            <a:pPr algn="just"/>
            <a:r>
              <a:rPr lang="en-US" altLang="zh-TW" b="1" dirty="0">
                <a:solidFill>
                  <a:srgbClr val="000000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Noto Sans T Chinese"/>
                <a:sym typeface="Noto Sans T Chinese"/>
              </a:rPr>
              <a:t>【Sign Up】</a:t>
            </a:r>
            <a:r>
              <a:rPr lang="zh-TW" altLang="en-US" b="1" dirty="0">
                <a:solidFill>
                  <a:srgbClr val="000000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Noto Sans T Chinese"/>
                <a:sym typeface="Noto Sans T Chinese"/>
              </a:rPr>
              <a:t>，先創建帳號。</a:t>
            </a:r>
            <a:endParaRPr lang="en-US" altLang="zh-TW" b="1" dirty="0">
              <a:solidFill>
                <a:srgbClr val="000000"/>
              </a:solidFill>
              <a:latin typeface="Times New Roman" panose="02020603050405020304" pitchFamily="18" charset="0"/>
              <a:ea typeface="微軟正黑體" panose="020B0604030504040204" pitchFamily="34" charset="-120"/>
              <a:cs typeface="Noto Sans T Chinese"/>
              <a:sym typeface="Noto Sans T Chinese"/>
            </a:endParaRPr>
          </a:p>
          <a:p>
            <a:pPr algn="just"/>
            <a:endParaRPr lang="zh-TW" altLang="en-US" dirty="0"/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9471DB5F-8CC2-48EC-95E3-76C8F852351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98626" y="2247900"/>
            <a:ext cx="10926772" cy="610877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96259394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標題 4">
            <a:extLst>
              <a:ext uri="{FF2B5EF4-FFF2-40B4-BE49-F238E27FC236}">
                <a16:creationId xmlns:a16="http://schemas.microsoft.com/office/drawing/2014/main" id="{8A39C6C1-5DB2-C31A-78DF-D87A9E7C32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TW" b="1" dirty="0">
                <a:solidFill>
                  <a:srgbClr val="000000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Noto Sans T Chinese"/>
                <a:sym typeface="Noto Sans T Chinese"/>
              </a:rPr>
              <a:t>Edge Impulse </a:t>
            </a:r>
            <a:r>
              <a:rPr lang="zh-TW" altLang="en-US" b="1" dirty="0">
                <a:solidFill>
                  <a:srgbClr val="000000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Noto Sans T Chinese"/>
                <a:sym typeface="Noto Sans T Chinese"/>
              </a:rPr>
              <a:t>事前準備</a:t>
            </a:r>
            <a:r>
              <a:rPr lang="en-US" altLang="zh-TW" b="1" dirty="0">
                <a:solidFill>
                  <a:srgbClr val="000000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Noto Sans T Chinese"/>
                <a:sym typeface="Noto Sans T Chinese"/>
              </a:rPr>
              <a:t>-2/2</a:t>
            </a:r>
            <a:endParaRPr lang="zh-TW" altLang="en-US" dirty="0"/>
          </a:p>
        </p:txBody>
      </p:sp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0CF0D984-5331-8CBB-9096-78F17045102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133F845-E4A0-3649-90FB-D488CE304927}" type="slidenum">
              <a:rPr kumimoji="1" lang="zh-TW" altLang="en-US" smtClean="0"/>
              <a:pPr/>
              <a:t>6</a:t>
            </a:fld>
            <a:endParaRPr kumimoji="1" lang="zh-TW" altLang="en-US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2011591D-739F-90BE-3F06-D93B5BC53646}"/>
              </a:ext>
            </a:extLst>
          </p:cNvPr>
          <p:cNvSpPr>
            <a:spLocks noGrp="1"/>
          </p:cNvSpPr>
          <p:nvPr>
            <p:ph idx="12"/>
          </p:nvPr>
        </p:nvSpPr>
        <p:spPr>
          <a:xfrm>
            <a:off x="1371600" y="8259762"/>
            <a:ext cx="15773398" cy="660399"/>
          </a:xfrm>
        </p:spPr>
        <p:txBody>
          <a:bodyPr>
            <a:noAutofit/>
          </a:bodyPr>
          <a:lstStyle/>
          <a:p>
            <a:pPr marL="0" lvl="1" indent="817200" algn="just">
              <a:spcBef>
                <a:spcPct val="0"/>
              </a:spcBef>
              <a:buNone/>
              <a:tabLst>
                <a:tab pos="185738" algn="l"/>
                <a:tab pos="985838" algn="l"/>
              </a:tabLst>
            </a:pPr>
            <a:r>
              <a:rPr lang="zh-TW" altLang="en-US" sz="3200" b="1" dirty="0">
                <a:solidFill>
                  <a:srgbClr val="000000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Noto Sans T Chinese"/>
                <a:sym typeface="Noto Sans T Chinese"/>
              </a:rPr>
              <a:t>到電子信箱收啟用驗證信，通常幾分鐘內會收到，點擊連結後就可啟動帳號</a:t>
            </a:r>
            <a:r>
              <a:rPr lang="zh-TW" altLang="en-US" dirty="0">
                <a:solidFill>
                  <a:srgbClr val="000000"/>
                </a:solidFill>
                <a:cs typeface="Noto Sans T Chinese"/>
                <a:sym typeface="Noto Sans T Chinese"/>
              </a:rPr>
              <a:t>，</a:t>
            </a:r>
            <a:r>
              <a:rPr lang="zh-TW" altLang="en-US" sz="3200" b="1" dirty="0">
                <a:solidFill>
                  <a:srgbClr val="000000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Noto Sans T Chinese"/>
                <a:sym typeface="Noto Sans T Chinese"/>
              </a:rPr>
              <a:t>如果沒收到驗證信，可再要求重寄，若已啟用則可點擊</a:t>
            </a:r>
            <a:r>
              <a:rPr lang="en-US" altLang="zh-TW" sz="3200" b="1" dirty="0">
                <a:solidFill>
                  <a:srgbClr val="000000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Noto Sans T Chinese"/>
                <a:sym typeface="Noto Sans T Chinese"/>
              </a:rPr>
              <a:t>【Click here to build your first ML model】</a:t>
            </a:r>
            <a:r>
              <a:rPr lang="zh-TW" altLang="en-US" sz="3200" b="1" dirty="0">
                <a:solidFill>
                  <a:srgbClr val="000000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Noto Sans T Chinese"/>
                <a:sym typeface="Noto Sans T Chinese"/>
              </a:rPr>
              <a:t>創建新專案。</a:t>
            </a:r>
            <a:endParaRPr lang="en-US" altLang="zh-TW" sz="3200" b="1" dirty="0">
              <a:solidFill>
                <a:srgbClr val="000000"/>
              </a:solidFill>
              <a:latin typeface="Times New Roman" panose="02020603050405020304" pitchFamily="18" charset="0"/>
              <a:ea typeface="微軟正黑體" panose="020B0604030504040204" pitchFamily="34" charset="-120"/>
              <a:cs typeface="Noto Sans T Chinese"/>
              <a:sym typeface="Noto Sans T Chinese"/>
            </a:endParaRPr>
          </a:p>
          <a:p>
            <a:pPr marL="1200150" lvl="1" indent="-742950" algn="just">
              <a:spcBef>
                <a:spcPct val="0"/>
              </a:spcBef>
              <a:buFont typeface="+mj-lt"/>
              <a:buAutoNum type="arabicPeriod" startAt="2"/>
            </a:pPr>
            <a:endParaRPr lang="zh-TW" altLang="en-US" dirty="0"/>
          </a:p>
        </p:txBody>
      </p:sp>
      <p:grpSp>
        <p:nvGrpSpPr>
          <p:cNvPr id="6" name="群組 5">
            <a:extLst>
              <a:ext uri="{FF2B5EF4-FFF2-40B4-BE49-F238E27FC236}">
                <a16:creationId xmlns:a16="http://schemas.microsoft.com/office/drawing/2014/main" id="{7878EC11-055A-672C-54D2-F41D998DE2AE}"/>
              </a:ext>
            </a:extLst>
          </p:cNvPr>
          <p:cNvGrpSpPr/>
          <p:nvPr/>
        </p:nvGrpSpPr>
        <p:grpSpPr>
          <a:xfrm>
            <a:off x="5668385" y="2299447"/>
            <a:ext cx="6951230" cy="5183967"/>
            <a:chOff x="5668385" y="2299447"/>
            <a:chExt cx="6951230" cy="5183967"/>
          </a:xfrm>
        </p:grpSpPr>
        <p:grpSp>
          <p:nvGrpSpPr>
            <p:cNvPr id="11" name="群組 10">
              <a:extLst>
                <a:ext uri="{FF2B5EF4-FFF2-40B4-BE49-F238E27FC236}">
                  <a16:creationId xmlns:a16="http://schemas.microsoft.com/office/drawing/2014/main" id="{7083F5C4-44A3-4C6B-61C4-B2358E55306B}"/>
                </a:ext>
              </a:extLst>
            </p:cNvPr>
            <p:cNvGrpSpPr/>
            <p:nvPr/>
          </p:nvGrpSpPr>
          <p:grpSpPr>
            <a:xfrm>
              <a:off x="5668385" y="2299447"/>
              <a:ext cx="6951230" cy="5183967"/>
              <a:chOff x="5668385" y="2299447"/>
              <a:chExt cx="6951230" cy="5183967"/>
            </a:xfrm>
          </p:grpSpPr>
          <p:pic>
            <p:nvPicPr>
              <p:cNvPr id="9" name="圖片 8" descr="一張含有 文字, 螢幕擷取畫面, 軟體, 網頁 的圖片&#10;&#10;AI 產生的內容可能不正確。">
                <a:extLst>
                  <a:ext uri="{FF2B5EF4-FFF2-40B4-BE49-F238E27FC236}">
                    <a16:creationId xmlns:a16="http://schemas.microsoft.com/office/drawing/2014/main" id="{33F57001-AE60-B97D-5DF1-BC527452EFF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33094" t="28293" r="29964" b="12013"/>
              <a:stretch/>
            </p:blipFill>
            <p:spPr>
              <a:xfrm>
                <a:off x="5668385" y="2299447"/>
                <a:ext cx="6951230" cy="5183967"/>
              </a:xfrm>
              <a:prstGeom prst="rect">
                <a:avLst/>
              </a:prstGeom>
            </p:spPr>
          </p:pic>
          <p:cxnSp>
            <p:nvCxnSpPr>
              <p:cNvPr id="8" name="直線單箭頭接點 7">
                <a:extLst>
                  <a:ext uri="{FF2B5EF4-FFF2-40B4-BE49-F238E27FC236}">
                    <a16:creationId xmlns:a16="http://schemas.microsoft.com/office/drawing/2014/main" id="{F48D31F2-7E33-C77E-C648-D23CCEE5F35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0058400" y="4152900"/>
                <a:ext cx="0" cy="533400"/>
              </a:xfrm>
              <a:prstGeom prst="straightConnector1">
                <a:avLst/>
              </a:prstGeom>
              <a:ln w="76200">
                <a:solidFill>
                  <a:srgbClr val="FF000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4" name="矩形 3">
              <a:extLst>
                <a:ext uri="{FF2B5EF4-FFF2-40B4-BE49-F238E27FC236}">
                  <a16:creationId xmlns:a16="http://schemas.microsoft.com/office/drawing/2014/main" id="{1C6766FA-920C-A369-1B63-90CF584E9E1F}"/>
                </a:ext>
              </a:extLst>
            </p:cNvPr>
            <p:cNvSpPr/>
            <p:nvPr/>
          </p:nvSpPr>
          <p:spPr>
            <a:xfrm>
              <a:off x="9144000" y="3771900"/>
              <a:ext cx="1676400" cy="3810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261732685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5">
            <a:extLst>
              <a:ext uri="{FF2B5EF4-FFF2-40B4-BE49-F238E27FC236}">
                <a16:creationId xmlns:a16="http://schemas.microsoft.com/office/drawing/2014/main" id="{A5B835D8-A539-ECEC-23AA-C0B91806A7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TW" b="1" dirty="0">
                <a:solidFill>
                  <a:srgbClr val="000000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Noto Sans T Chinese"/>
                <a:sym typeface="Noto Sans T Chinese"/>
              </a:rPr>
              <a:t>Python </a:t>
            </a:r>
            <a:r>
              <a:rPr lang="zh-TW" altLang="en-US" b="1" dirty="0">
                <a:solidFill>
                  <a:srgbClr val="000000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Noto Sans T Chinese"/>
                <a:sym typeface="Noto Sans T Chinese"/>
              </a:rPr>
              <a:t>事前準備</a:t>
            </a:r>
            <a:endParaRPr lang="zh-TW" altLang="en-US" dirty="0"/>
          </a:p>
        </p:txBody>
      </p:sp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9EC1CC94-99AA-B73E-7219-8B2AAA16F0E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133F845-E4A0-3649-90FB-D488CE304927}" type="slidenum">
              <a:rPr kumimoji="1" lang="zh-TW" altLang="en-US" smtClean="0"/>
              <a:pPr/>
              <a:t>7</a:t>
            </a:fld>
            <a:endParaRPr kumimoji="1" lang="zh-TW" altLang="en-US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AF5F69A7-E06B-816C-7EB6-E877FF4869B1}"/>
              </a:ext>
            </a:extLst>
          </p:cNvPr>
          <p:cNvSpPr>
            <a:spLocks noGrp="1"/>
          </p:cNvSpPr>
          <p:nvPr>
            <p:ph idx="12"/>
          </p:nvPr>
        </p:nvSpPr>
        <p:spPr/>
        <p:txBody>
          <a:bodyPr/>
          <a:lstStyle/>
          <a:p>
            <a:pPr lvl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</a:pPr>
            <a:r>
              <a:rPr lang="zh-TW" altLang="en-US" sz="3200" b="1" dirty="0">
                <a:solidFill>
                  <a:srgbClr val="000000"/>
                </a:solidFill>
                <a:sym typeface="Times New Roman"/>
              </a:rPr>
              <a:t>在主機上安裝</a:t>
            </a:r>
            <a:r>
              <a:rPr lang="zh-TW" altLang="en-US" b="1" dirty="0">
                <a:solidFill>
                  <a:srgbClr val="000000"/>
                </a:solidFill>
                <a:ea typeface="Times New Roman"/>
                <a:sym typeface="Times New Roman"/>
              </a:rPr>
              <a:t> </a:t>
            </a:r>
            <a:r>
              <a:rPr lang="en-US" altLang="zh-TW" b="1" dirty="0">
                <a:solidFill>
                  <a:srgbClr val="000000"/>
                </a:solidFill>
                <a:ea typeface="Times New Roman"/>
                <a:sym typeface="Times New Roman"/>
              </a:rPr>
              <a:t>Python</a:t>
            </a:r>
            <a:r>
              <a:rPr lang="zh-TW" altLang="en-US" sz="3200" b="1" dirty="0">
                <a:solidFill>
                  <a:srgbClr val="000000"/>
                </a:solidFill>
                <a:sym typeface="Times New Roman"/>
              </a:rPr>
              <a:t>，下載網址</a:t>
            </a:r>
            <a:r>
              <a:rPr lang="en-US" altLang="zh-TW" sz="3200" b="1" dirty="0">
                <a:solidFill>
                  <a:srgbClr val="000000"/>
                </a:solidFill>
                <a:ea typeface="Times New Roman"/>
                <a:sym typeface="Times New Roman"/>
              </a:rPr>
              <a:t>(</a:t>
            </a:r>
            <a:r>
              <a:rPr lang="en-US" altLang="zh-TW" sz="3200" b="1" dirty="0">
                <a:solidFill>
                  <a:srgbClr val="000000"/>
                </a:solidFill>
                <a:ea typeface="Times New Roman"/>
                <a:sym typeface="Times New Roman"/>
                <a:hlinkClick r:id="rId2"/>
              </a:rPr>
              <a:t>https://www.python.org/downloads/</a:t>
            </a:r>
            <a:r>
              <a:rPr lang="en-US" altLang="zh-TW" sz="3200" b="1" dirty="0">
                <a:solidFill>
                  <a:srgbClr val="000000"/>
                </a:solidFill>
                <a:ea typeface="Times New Roman"/>
                <a:sym typeface="Times New Roman"/>
              </a:rPr>
              <a:t>)</a:t>
            </a:r>
            <a:r>
              <a:rPr lang="zh-TW" altLang="en-US" sz="3200" b="1" dirty="0">
                <a:solidFill>
                  <a:srgbClr val="000000"/>
                </a:solidFill>
                <a:ea typeface="Times New Roman"/>
                <a:sym typeface="Times New Roman"/>
              </a:rPr>
              <a:t>。</a:t>
            </a:r>
            <a:endParaRPr lang="en-US" altLang="zh-TW" dirty="0"/>
          </a:p>
          <a:p>
            <a:endParaRPr lang="zh-TW" altLang="en-US" dirty="0"/>
          </a:p>
        </p:txBody>
      </p:sp>
      <p:pic>
        <p:nvPicPr>
          <p:cNvPr id="11" name="圖片 10">
            <a:extLst>
              <a:ext uri="{FF2B5EF4-FFF2-40B4-BE49-F238E27FC236}">
                <a16:creationId xmlns:a16="http://schemas.microsoft.com/office/drawing/2014/main" id="{F09A8D9B-6136-3E8A-CD18-9F42611ED6B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91786" y="2247900"/>
            <a:ext cx="13704422" cy="60896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543734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標題 4">
            <a:extLst>
              <a:ext uri="{FF2B5EF4-FFF2-40B4-BE49-F238E27FC236}">
                <a16:creationId xmlns:a16="http://schemas.microsoft.com/office/drawing/2014/main" id="{9EA9CF2D-292A-20BB-801B-01D19424D6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TW" b="1" dirty="0">
                <a:solidFill>
                  <a:srgbClr val="000000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Noto Sans T Chinese"/>
                <a:sym typeface="Noto Sans T Chinese"/>
              </a:rPr>
              <a:t>Keil </a:t>
            </a:r>
            <a:r>
              <a:rPr lang="zh-TW" altLang="en-US" b="1" dirty="0">
                <a:solidFill>
                  <a:srgbClr val="000000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Noto Sans T Chinese"/>
                <a:sym typeface="Noto Sans T Chinese"/>
              </a:rPr>
              <a:t>安裝</a:t>
            </a:r>
            <a:r>
              <a:rPr lang="en-US" altLang="zh-TW" dirty="0">
                <a:solidFill>
                  <a:srgbClr val="000000"/>
                </a:solidFill>
                <a:cs typeface="Noto Sans T Chinese"/>
                <a:sym typeface="Noto Sans T Chinese"/>
              </a:rPr>
              <a:t> (</a:t>
            </a:r>
            <a:r>
              <a:rPr lang="en-US" altLang="zh-TW" b="1" dirty="0">
                <a:solidFill>
                  <a:srgbClr val="000000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Noto Sans T Chinese"/>
                <a:sym typeface="Noto Sans T Chinese"/>
              </a:rPr>
              <a:t>1/4)</a:t>
            </a:r>
            <a:endParaRPr lang="zh-TW" altLang="en-US" dirty="0"/>
          </a:p>
        </p:txBody>
      </p:sp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EF73D6CD-04C8-BFD9-84AB-1CF6E36A284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133F845-E4A0-3649-90FB-D488CE304927}" type="slidenum">
              <a:rPr kumimoji="1" lang="zh-TW" altLang="en-US" smtClean="0"/>
              <a:pPr/>
              <a:t>8</a:t>
            </a:fld>
            <a:endParaRPr kumimoji="1" lang="zh-TW" altLang="en-US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08D546B6-369D-1F0B-D9CD-7A637910D528}"/>
              </a:ext>
            </a:extLst>
          </p:cNvPr>
          <p:cNvSpPr>
            <a:spLocks noGrp="1"/>
          </p:cNvSpPr>
          <p:nvPr>
            <p:ph idx="12"/>
          </p:nvPr>
        </p:nvSpPr>
        <p:spPr/>
        <p:txBody>
          <a:bodyPr/>
          <a:lstStyle/>
          <a:p>
            <a:pPr marL="0" indent="0">
              <a:buNone/>
            </a:pPr>
            <a:r>
              <a:rPr lang="zh-TW" altLang="en-US" sz="3200" b="1" dirty="0">
                <a:solidFill>
                  <a:srgbClr val="000000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Noto Sans T Chinese"/>
                <a:sym typeface="Noto Sans T Chinese"/>
              </a:rPr>
              <a:t>到官方網站</a:t>
            </a:r>
            <a:r>
              <a:rPr lang="en-US" altLang="zh-TW" sz="3200" b="1" dirty="0">
                <a:solidFill>
                  <a:srgbClr val="000000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Noto Sans T Chinese"/>
                <a:sym typeface="Noto Sans T Chinese"/>
              </a:rPr>
              <a:t>(</a:t>
            </a:r>
            <a:r>
              <a:rPr lang="en-US" altLang="zh-TW" sz="3200" b="1" dirty="0">
                <a:solidFill>
                  <a:srgbClr val="000000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Noto Sans T Chinese"/>
                <a:sym typeface="Noto Sans T Chinese"/>
                <a:hlinkClick r:id="rId2"/>
              </a:rPr>
              <a:t>https://www.keil.com/download/</a:t>
            </a:r>
            <a:r>
              <a:rPr lang="en-US" altLang="zh-TW" sz="3200" b="1" dirty="0">
                <a:solidFill>
                  <a:srgbClr val="000000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Noto Sans T Chinese"/>
                <a:sym typeface="Noto Sans T Chinese"/>
              </a:rPr>
              <a:t>)</a:t>
            </a:r>
            <a:r>
              <a:rPr lang="zh-TW" altLang="en-US" sz="3200" b="1" dirty="0">
                <a:solidFill>
                  <a:srgbClr val="000000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Noto Sans T Chinese"/>
                <a:sym typeface="Noto Sans T Chinese"/>
              </a:rPr>
              <a:t>下載，選 </a:t>
            </a:r>
            <a:r>
              <a:rPr lang="en-US" altLang="zh-TW" sz="3200" b="1" dirty="0">
                <a:solidFill>
                  <a:srgbClr val="000000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Noto Sans T Chinese"/>
                <a:sym typeface="Noto Sans T Chinese"/>
              </a:rPr>
              <a:t>Product Downloads</a:t>
            </a:r>
            <a:r>
              <a:rPr lang="zh-TW" altLang="en-US" sz="3200" b="1" dirty="0">
                <a:solidFill>
                  <a:srgbClr val="000000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Noto Sans T Chinese"/>
                <a:sym typeface="Noto Sans T Chinese"/>
              </a:rPr>
              <a:t>。</a:t>
            </a:r>
            <a:endParaRPr lang="en-US" altLang="zh-TW" sz="3200" b="1" dirty="0">
              <a:solidFill>
                <a:srgbClr val="000000"/>
              </a:solidFill>
              <a:latin typeface="Times New Roman" panose="02020603050405020304" pitchFamily="18" charset="0"/>
              <a:ea typeface="微軟正黑體" panose="020B0604030504040204" pitchFamily="34" charset="-120"/>
              <a:cs typeface="Noto Sans T Chinese"/>
              <a:sym typeface="Noto Sans T Chinese"/>
            </a:endParaRPr>
          </a:p>
          <a:p>
            <a:endParaRPr lang="zh-TW" altLang="en-US" dirty="0"/>
          </a:p>
        </p:txBody>
      </p:sp>
      <p:grpSp>
        <p:nvGrpSpPr>
          <p:cNvPr id="9" name="群組 8">
            <a:extLst>
              <a:ext uri="{FF2B5EF4-FFF2-40B4-BE49-F238E27FC236}">
                <a16:creationId xmlns:a16="http://schemas.microsoft.com/office/drawing/2014/main" id="{C17C437D-415A-68B4-FD39-04208812E011}"/>
              </a:ext>
            </a:extLst>
          </p:cNvPr>
          <p:cNvGrpSpPr/>
          <p:nvPr/>
        </p:nvGrpSpPr>
        <p:grpSpPr>
          <a:xfrm>
            <a:off x="2205318" y="2247900"/>
            <a:ext cx="13868400" cy="6200586"/>
            <a:chOff x="2205318" y="2247900"/>
            <a:chExt cx="13868400" cy="6200586"/>
          </a:xfrm>
        </p:grpSpPr>
        <p:pic>
          <p:nvPicPr>
            <p:cNvPr id="6" name="圖片 5">
              <a:extLst>
                <a:ext uri="{FF2B5EF4-FFF2-40B4-BE49-F238E27FC236}">
                  <a16:creationId xmlns:a16="http://schemas.microsoft.com/office/drawing/2014/main" id="{4EB68545-AE43-0590-D940-B6DEDA8E4C1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205318" y="2247900"/>
              <a:ext cx="13868400" cy="6200586"/>
            </a:xfrm>
            <a:prstGeom prst="rect">
              <a:avLst/>
            </a:prstGeom>
            <a:noFill/>
          </p:spPr>
        </p:pic>
        <p:cxnSp>
          <p:nvCxnSpPr>
            <p:cNvPr id="7" name="直線單箭頭接點 6">
              <a:extLst>
                <a:ext uri="{FF2B5EF4-FFF2-40B4-BE49-F238E27FC236}">
                  <a16:creationId xmlns:a16="http://schemas.microsoft.com/office/drawing/2014/main" id="{F93D3483-77CB-8D46-1404-218367FB31B2}"/>
                </a:ext>
              </a:extLst>
            </p:cNvPr>
            <p:cNvCxnSpPr>
              <a:cxnSpLocks/>
            </p:cNvCxnSpPr>
            <p:nvPr/>
          </p:nvCxnSpPr>
          <p:spPr>
            <a:xfrm>
              <a:off x="8991600" y="4762500"/>
              <a:ext cx="0" cy="838200"/>
            </a:xfrm>
            <a:prstGeom prst="straightConnector1">
              <a:avLst/>
            </a:prstGeom>
            <a:ln w="762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7643369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標題 4">
            <a:extLst>
              <a:ext uri="{FF2B5EF4-FFF2-40B4-BE49-F238E27FC236}">
                <a16:creationId xmlns:a16="http://schemas.microsoft.com/office/drawing/2014/main" id="{C22F3C75-666D-E5D0-7ED5-F4640BCC40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TW" dirty="0">
                <a:solidFill>
                  <a:srgbClr val="000000"/>
                </a:solidFill>
                <a:cs typeface="Noto Sans T Chinese"/>
                <a:sym typeface="Noto Sans T Chinese"/>
              </a:rPr>
              <a:t>Keil </a:t>
            </a:r>
            <a:r>
              <a:rPr lang="zh-TW" altLang="en-US" dirty="0">
                <a:solidFill>
                  <a:srgbClr val="000000"/>
                </a:solidFill>
                <a:cs typeface="Noto Sans T Chinese"/>
                <a:sym typeface="Noto Sans T Chinese"/>
              </a:rPr>
              <a:t>安裝</a:t>
            </a:r>
            <a:r>
              <a:rPr lang="en-US" altLang="zh-TW" dirty="0">
                <a:solidFill>
                  <a:srgbClr val="000000"/>
                </a:solidFill>
                <a:cs typeface="Noto Sans T Chinese"/>
                <a:sym typeface="Noto Sans T Chinese"/>
              </a:rPr>
              <a:t> (2/4)</a:t>
            </a:r>
            <a:endParaRPr lang="zh-TW" altLang="en-US" dirty="0"/>
          </a:p>
        </p:txBody>
      </p:sp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DD300725-6E30-09D1-88E6-2678FC73308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133F845-E4A0-3649-90FB-D488CE304927}" type="slidenum">
              <a:rPr kumimoji="1" lang="zh-TW" altLang="en-US" smtClean="0"/>
              <a:pPr/>
              <a:t>9</a:t>
            </a:fld>
            <a:endParaRPr kumimoji="1" lang="zh-TW" altLang="en-US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5F2E591D-16E8-DF75-D84A-8DDD42F54578}"/>
              </a:ext>
            </a:extLst>
          </p:cNvPr>
          <p:cNvSpPr>
            <a:spLocks noGrp="1"/>
          </p:cNvSpPr>
          <p:nvPr>
            <p:ph idx="12"/>
          </p:nvPr>
        </p:nvSpPr>
        <p:spPr/>
        <p:txBody>
          <a:bodyPr/>
          <a:lstStyle/>
          <a:p>
            <a:pPr marL="0" indent="0">
              <a:buNone/>
            </a:pPr>
            <a:r>
              <a:rPr lang="zh-TW" altLang="en-US" sz="3200" b="1" dirty="0">
                <a:solidFill>
                  <a:srgbClr val="000000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Noto Sans T Chinese"/>
                <a:sym typeface="Noto Sans T Chinese"/>
              </a:rPr>
              <a:t>選 </a:t>
            </a:r>
            <a:r>
              <a:rPr lang="en-US" altLang="zh-TW" sz="3200" b="1" dirty="0">
                <a:solidFill>
                  <a:srgbClr val="000000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Noto Sans T Chinese"/>
                <a:sym typeface="Noto Sans T Chinese"/>
              </a:rPr>
              <a:t>MDK-Arm</a:t>
            </a:r>
            <a:r>
              <a:rPr lang="zh-TW" altLang="en-US" sz="3200" b="1" dirty="0">
                <a:solidFill>
                  <a:srgbClr val="000000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Noto Sans T Chinese"/>
                <a:sym typeface="Noto Sans T Chinese"/>
              </a:rPr>
              <a:t>。</a:t>
            </a:r>
            <a:endParaRPr lang="en-US" altLang="zh-TW" sz="3200" b="1" dirty="0">
              <a:solidFill>
                <a:srgbClr val="000000"/>
              </a:solidFill>
              <a:latin typeface="Times New Roman" panose="02020603050405020304" pitchFamily="18" charset="0"/>
              <a:ea typeface="微軟正黑體" panose="020B0604030504040204" pitchFamily="34" charset="-120"/>
              <a:cs typeface="Noto Sans T Chinese"/>
              <a:sym typeface="Noto Sans T Chinese"/>
            </a:endParaRPr>
          </a:p>
          <a:p>
            <a:endParaRPr lang="zh-TW" altLang="en-US" dirty="0"/>
          </a:p>
        </p:txBody>
      </p:sp>
      <p:grpSp>
        <p:nvGrpSpPr>
          <p:cNvPr id="7" name="群組 6">
            <a:extLst>
              <a:ext uri="{FF2B5EF4-FFF2-40B4-BE49-F238E27FC236}">
                <a16:creationId xmlns:a16="http://schemas.microsoft.com/office/drawing/2014/main" id="{13C0CC84-6568-E9E6-6AE1-D7D18AB6F039}"/>
              </a:ext>
            </a:extLst>
          </p:cNvPr>
          <p:cNvGrpSpPr/>
          <p:nvPr/>
        </p:nvGrpSpPr>
        <p:grpSpPr>
          <a:xfrm>
            <a:off x="1970388" y="2247900"/>
            <a:ext cx="14347217" cy="6248399"/>
            <a:chOff x="1970388" y="2247900"/>
            <a:chExt cx="14347217" cy="6248399"/>
          </a:xfrm>
        </p:grpSpPr>
        <p:pic>
          <p:nvPicPr>
            <p:cNvPr id="6" name="圖片 5">
              <a:extLst>
                <a:ext uri="{FF2B5EF4-FFF2-40B4-BE49-F238E27FC236}">
                  <a16:creationId xmlns:a16="http://schemas.microsoft.com/office/drawing/2014/main" id="{E9DAFE7E-B85D-957E-4C8E-37FC2187BFE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970388" y="2247900"/>
              <a:ext cx="14347217" cy="6248399"/>
            </a:xfrm>
            <a:prstGeom prst="rect">
              <a:avLst/>
            </a:prstGeom>
            <a:noFill/>
          </p:spPr>
        </p:pic>
        <p:cxnSp>
          <p:nvCxnSpPr>
            <p:cNvPr id="4" name="直線單箭頭接點 3">
              <a:extLst>
                <a:ext uri="{FF2B5EF4-FFF2-40B4-BE49-F238E27FC236}">
                  <a16:creationId xmlns:a16="http://schemas.microsoft.com/office/drawing/2014/main" id="{7ECEBF60-214B-86CD-472C-051D81FA5622}"/>
                </a:ext>
              </a:extLst>
            </p:cNvPr>
            <p:cNvCxnSpPr>
              <a:cxnSpLocks/>
            </p:cNvCxnSpPr>
            <p:nvPr/>
          </p:nvCxnSpPr>
          <p:spPr>
            <a:xfrm>
              <a:off x="8458200" y="4533900"/>
              <a:ext cx="0" cy="838200"/>
            </a:xfrm>
            <a:prstGeom prst="straightConnector1">
              <a:avLst/>
            </a:prstGeom>
            <a:ln w="762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4717358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標題 4">
            <a:extLst>
              <a:ext uri="{FF2B5EF4-FFF2-40B4-BE49-F238E27FC236}">
                <a16:creationId xmlns:a16="http://schemas.microsoft.com/office/drawing/2014/main" id="{075A92B7-600F-2FCD-034B-5E1AD6AD1C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TW" dirty="0">
                <a:solidFill>
                  <a:srgbClr val="000000"/>
                </a:solidFill>
                <a:cs typeface="Noto Sans T Chinese"/>
                <a:sym typeface="Noto Sans T Chinese"/>
              </a:rPr>
              <a:t>Keil </a:t>
            </a:r>
            <a:r>
              <a:rPr lang="zh-TW" altLang="en-US" dirty="0">
                <a:solidFill>
                  <a:srgbClr val="000000"/>
                </a:solidFill>
                <a:cs typeface="Noto Sans T Chinese"/>
                <a:sym typeface="Noto Sans T Chinese"/>
              </a:rPr>
              <a:t>安裝</a:t>
            </a:r>
            <a:r>
              <a:rPr lang="en-US" altLang="zh-TW" dirty="0">
                <a:solidFill>
                  <a:srgbClr val="000000"/>
                </a:solidFill>
                <a:cs typeface="Noto Sans T Chinese"/>
                <a:sym typeface="Noto Sans T Chinese"/>
              </a:rPr>
              <a:t> (3/4)</a:t>
            </a:r>
            <a:endParaRPr lang="zh-TW" altLang="en-US" dirty="0"/>
          </a:p>
        </p:txBody>
      </p:sp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28B8D956-30E9-F23F-0B86-67A595D2A2E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133F845-E4A0-3649-90FB-D488CE304927}" type="slidenum">
              <a:rPr kumimoji="1" lang="zh-TW" altLang="en-US" smtClean="0"/>
              <a:pPr/>
              <a:t>10</a:t>
            </a:fld>
            <a:endParaRPr kumimoji="1" lang="zh-TW" altLang="en-US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794BD03A-19C5-363F-C9E9-6ED63B013E90}"/>
              </a:ext>
            </a:extLst>
          </p:cNvPr>
          <p:cNvSpPr>
            <a:spLocks noGrp="1"/>
          </p:cNvSpPr>
          <p:nvPr>
            <p:ph idx="12"/>
          </p:nvPr>
        </p:nvSpPr>
        <p:spPr/>
        <p:txBody>
          <a:bodyPr/>
          <a:lstStyle/>
          <a:p>
            <a:pPr marL="0" indent="0">
              <a:buNone/>
            </a:pPr>
            <a:r>
              <a:rPr lang="zh-TW" altLang="en-US" sz="3200" b="1" dirty="0">
                <a:solidFill>
                  <a:srgbClr val="000000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Noto Sans T Chinese"/>
                <a:sym typeface="Noto Sans T Chinese"/>
              </a:rPr>
              <a:t>資料填寫畫面。</a:t>
            </a:r>
            <a:endParaRPr lang="en-US" altLang="zh-TW" sz="3200" b="1" dirty="0">
              <a:solidFill>
                <a:srgbClr val="000000"/>
              </a:solidFill>
              <a:latin typeface="Times New Roman" panose="02020603050405020304" pitchFamily="18" charset="0"/>
              <a:ea typeface="微軟正黑體" panose="020B0604030504040204" pitchFamily="34" charset="-120"/>
              <a:cs typeface="Noto Sans T Chinese"/>
              <a:sym typeface="Noto Sans T Chinese"/>
            </a:endParaRPr>
          </a:p>
          <a:p>
            <a:endParaRPr lang="zh-TW" altLang="en-US" dirty="0"/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7EEBC760-4BCE-3900-D4C1-FBCEFACEA4FB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82262" y="2245659"/>
            <a:ext cx="11323470" cy="6248399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65548861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標題 4">
            <a:extLst>
              <a:ext uri="{FF2B5EF4-FFF2-40B4-BE49-F238E27FC236}">
                <a16:creationId xmlns:a16="http://schemas.microsoft.com/office/drawing/2014/main" id="{075A92B7-600F-2FCD-034B-5E1AD6AD1C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TW" dirty="0">
                <a:solidFill>
                  <a:srgbClr val="000000"/>
                </a:solidFill>
                <a:cs typeface="Noto Sans T Chinese"/>
                <a:sym typeface="Noto Sans T Chinese"/>
              </a:rPr>
              <a:t>Keil </a:t>
            </a:r>
            <a:r>
              <a:rPr lang="zh-TW" altLang="en-US" dirty="0">
                <a:solidFill>
                  <a:srgbClr val="000000"/>
                </a:solidFill>
                <a:cs typeface="Noto Sans T Chinese"/>
                <a:sym typeface="Noto Sans T Chinese"/>
              </a:rPr>
              <a:t>安裝</a:t>
            </a:r>
            <a:r>
              <a:rPr lang="en-US" altLang="zh-TW" dirty="0">
                <a:solidFill>
                  <a:srgbClr val="000000"/>
                </a:solidFill>
                <a:cs typeface="Noto Sans T Chinese"/>
                <a:sym typeface="Noto Sans T Chinese"/>
              </a:rPr>
              <a:t> (4/4)</a:t>
            </a:r>
            <a:endParaRPr lang="zh-TW" altLang="en-US" dirty="0"/>
          </a:p>
        </p:txBody>
      </p:sp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28B8D956-30E9-F23F-0B86-67A595D2A2E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133F845-E4A0-3649-90FB-D488CE304927}" type="slidenum">
              <a:rPr kumimoji="1" lang="zh-TW" altLang="en-US" smtClean="0"/>
              <a:pPr/>
              <a:t>11</a:t>
            </a:fld>
            <a:endParaRPr kumimoji="1" lang="zh-TW" altLang="en-US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794BD03A-19C5-363F-C9E9-6ED63B013E90}"/>
              </a:ext>
            </a:extLst>
          </p:cNvPr>
          <p:cNvSpPr>
            <a:spLocks noGrp="1"/>
          </p:cNvSpPr>
          <p:nvPr>
            <p:ph idx="12"/>
          </p:nvPr>
        </p:nvSpPr>
        <p:spPr/>
        <p:txBody>
          <a:bodyPr/>
          <a:lstStyle/>
          <a:p>
            <a:pPr indent="817200" algn="just">
              <a:buNone/>
              <a:tabLst>
                <a:tab pos="800100" algn="l"/>
              </a:tabLst>
            </a:pPr>
            <a:r>
              <a:rPr lang="zh-TW" altLang="en-US" b="1" dirty="0">
                <a:solidFill>
                  <a:srgbClr val="000000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Noto Sans T Chinese"/>
                <a:sym typeface="Noto Sans T Chinese"/>
              </a:rPr>
              <a:t>最後下載 </a:t>
            </a:r>
            <a:r>
              <a:rPr lang="en-US" altLang="zh-TW" b="1" dirty="0">
                <a:solidFill>
                  <a:srgbClr val="000000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Noto Sans T Chinese"/>
                <a:sym typeface="Noto Sans T Chinese"/>
              </a:rPr>
              <a:t>MDK </a:t>
            </a:r>
            <a:r>
              <a:rPr lang="zh-TW" altLang="en-US" b="1" dirty="0">
                <a:solidFill>
                  <a:srgbClr val="000000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Noto Sans T Chinese"/>
                <a:sym typeface="Noto Sans T Chinese"/>
              </a:rPr>
              <a:t>的 </a:t>
            </a:r>
            <a:r>
              <a:rPr lang="en-US" altLang="zh-TW" b="1" dirty="0">
                <a:solidFill>
                  <a:srgbClr val="000000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Noto Sans T Chinese"/>
                <a:sym typeface="Noto Sans T Chinese"/>
              </a:rPr>
              <a:t>exe </a:t>
            </a:r>
            <a:r>
              <a:rPr lang="zh-TW" altLang="en-US" b="1" dirty="0">
                <a:solidFill>
                  <a:srgbClr val="000000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Noto Sans T Chinese"/>
                <a:sym typeface="Noto Sans T Chinese"/>
              </a:rPr>
              <a:t>檔，到你下載的位置執行安裝檔，根據提示步驟安裝，但注意如果你要更改 </a:t>
            </a:r>
            <a:r>
              <a:rPr lang="en-US" altLang="zh-TW" b="1" dirty="0">
                <a:solidFill>
                  <a:srgbClr val="000000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Noto Sans T Chinese"/>
                <a:sym typeface="Noto Sans T Chinese"/>
              </a:rPr>
              <a:t>Keil </a:t>
            </a:r>
            <a:r>
              <a:rPr lang="zh-TW" altLang="en-US" b="1" dirty="0">
                <a:solidFill>
                  <a:srgbClr val="000000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Noto Sans T Chinese"/>
                <a:sym typeface="Noto Sans T Chinese"/>
              </a:rPr>
              <a:t>安裝位置，請記住你的 </a:t>
            </a:r>
            <a:r>
              <a:rPr lang="en-US" altLang="zh-TW" b="1" dirty="0">
                <a:solidFill>
                  <a:srgbClr val="000000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Noto Sans T Chinese"/>
                <a:sym typeface="Noto Sans T Chinese"/>
              </a:rPr>
              <a:t>Keil </a:t>
            </a:r>
            <a:r>
              <a:rPr lang="zh-TW" altLang="en-US" b="1" dirty="0">
                <a:solidFill>
                  <a:srgbClr val="000000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Noto Sans T Chinese"/>
                <a:sym typeface="Noto Sans T Chinese"/>
              </a:rPr>
              <a:t>安裝位置。</a:t>
            </a:r>
            <a:endParaRPr lang="en-US" altLang="zh-TW" b="1" dirty="0">
              <a:solidFill>
                <a:srgbClr val="000000"/>
              </a:solidFill>
              <a:latin typeface="Times New Roman" panose="02020603050405020304" pitchFamily="18" charset="0"/>
              <a:ea typeface="微軟正黑體" panose="020B0604030504040204" pitchFamily="34" charset="-120"/>
              <a:cs typeface="Noto Sans T Chinese"/>
              <a:sym typeface="Noto Sans T Chinese"/>
            </a:endParaRPr>
          </a:p>
          <a:p>
            <a:endParaRPr lang="zh-TW" altLang="en-US" dirty="0"/>
          </a:p>
        </p:txBody>
      </p:sp>
      <p:grpSp>
        <p:nvGrpSpPr>
          <p:cNvPr id="11" name="群組 10">
            <a:extLst>
              <a:ext uri="{FF2B5EF4-FFF2-40B4-BE49-F238E27FC236}">
                <a16:creationId xmlns:a16="http://schemas.microsoft.com/office/drawing/2014/main" id="{9EA00B04-4BE6-62D4-E91F-33E48C6CF948}"/>
              </a:ext>
            </a:extLst>
          </p:cNvPr>
          <p:cNvGrpSpPr/>
          <p:nvPr/>
        </p:nvGrpSpPr>
        <p:grpSpPr>
          <a:xfrm>
            <a:off x="1707267" y="2386134"/>
            <a:ext cx="14873465" cy="5514732"/>
            <a:chOff x="1707267" y="2386134"/>
            <a:chExt cx="14873465" cy="5514732"/>
          </a:xfrm>
        </p:grpSpPr>
        <p:pic>
          <p:nvPicPr>
            <p:cNvPr id="7" name="圖片 6" descr="一張含有 文字, 螢幕擷取畫面, 軟體, 網頁 的圖片&#10;&#10;AI 產生的內容可能不正確。">
              <a:extLst>
                <a:ext uri="{FF2B5EF4-FFF2-40B4-BE49-F238E27FC236}">
                  <a16:creationId xmlns:a16="http://schemas.microsoft.com/office/drawing/2014/main" id="{87088CD5-B466-2BAA-B218-49EC4AB2197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707267" y="2386134"/>
              <a:ext cx="14873465" cy="5514732"/>
            </a:xfrm>
            <a:prstGeom prst="rect">
              <a:avLst/>
            </a:prstGeom>
          </p:spPr>
        </p:pic>
        <p:cxnSp>
          <p:nvCxnSpPr>
            <p:cNvPr id="10" name="直線單箭頭接點 9">
              <a:extLst>
                <a:ext uri="{FF2B5EF4-FFF2-40B4-BE49-F238E27FC236}">
                  <a16:creationId xmlns:a16="http://schemas.microsoft.com/office/drawing/2014/main" id="{962608FB-611C-E8B1-385C-F0441F2E4B05}"/>
                </a:ext>
              </a:extLst>
            </p:cNvPr>
            <p:cNvCxnSpPr/>
            <p:nvPr/>
          </p:nvCxnSpPr>
          <p:spPr>
            <a:xfrm flipH="1">
              <a:off x="8001000" y="7048500"/>
              <a:ext cx="762000" cy="0"/>
            </a:xfrm>
            <a:prstGeom prst="straightConnector1">
              <a:avLst/>
            </a:prstGeom>
            <a:ln w="762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74689375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D1D0E58A-38E2-1E3E-E7F4-B47DCEA6E8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133F845-E4A0-3649-90FB-D488CE304927}" type="slidenum">
              <a:rPr kumimoji="1" lang="zh-TW" altLang="en-US" smtClean="0"/>
              <a:pPr/>
              <a:t>12</a:t>
            </a:fld>
            <a:endParaRPr kumimoji="1" lang="zh-TW" altLang="en-US"/>
          </a:p>
        </p:txBody>
      </p:sp>
      <p:sp>
        <p:nvSpPr>
          <p:cNvPr id="6" name="AutoShape 4">
            <a:extLst>
              <a:ext uri="{FF2B5EF4-FFF2-40B4-BE49-F238E27FC236}">
                <a16:creationId xmlns:a16="http://schemas.microsoft.com/office/drawing/2014/main" id="{0BC33C67-9CE1-9EA0-F4CE-A55EE7A73DA3}"/>
              </a:ext>
            </a:extLst>
          </p:cNvPr>
          <p:cNvSpPr/>
          <p:nvPr/>
        </p:nvSpPr>
        <p:spPr>
          <a:xfrm>
            <a:off x="2445739" y="1577933"/>
            <a:ext cx="13528964" cy="7131132"/>
          </a:xfrm>
          <a:prstGeom prst="rect">
            <a:avLst/>
          </a:prstGeom>
          <a:solidFill>
            <a:srgbClr val="F1F1F1"/>
          </a:solidFill>
        </p:spPr>
        <p:txBody>
          <a:bodyPr/>
          <a:lstStyle/>
          <a:p>
            <a:pPr algn="ctr"/>
            <a:endParaRPr lang="zh-TW" altLang="en-US" dirty="0"/>
          </a:p>
        </p:txBody>
      </p:sp>
      <p:sp>
        <p:nvSpPr>
          <p:cNvPr id="8" name="TextBox 5">
            <a:extLst>
              <a:ext uri="{FF2B5EF4-FFF2-40B4-BE49-F238E27FC236}">
                <a16:creationId xmlns:a16="http://schemas.microsoft.com/office/drawing/2014/main" id="{0C6EBB0D-F793-01EC-2E5F-AF20A3B8C897}"/>
              </a:ext>
            </a:extLst>
          </p:cNvPr>
          <p:cNvSpPr txBox="1"/>
          <p:nvPr/>
        </p:nvSpPr>
        <p:spPr>
          <a:xfrm>
            <a:off x="2757220" y="4480850"/>
            <a:ext cx="12906003" cy="132529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0980"/>
              </a:lnSpc>
            </a:pPr>
            <a:r>
              <a:rPr lang="zh-TW" altLang="en-US" sz="8800" b="1" dirty="0">
                <a:solidFill>
                  <a:srgbClr val="000000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  <a:sym typeface="Noto Sans T Chinese"/>
              </a:rPr>
              <a:t>程式碼</a:t>
            </a:r>
            <a:endParaRPr lang="en-US" altLang="zh-TW" sz="8800" dirty="0">
              <a:solidFill>
                <a:srgbClr val="000000"/>
              </a:solidFill>
              <a:latin typeface="Noto Sans T Chinese Bold"/>
              <a:ea typeface="Noto Sans T Chinese Bold"/>
              <a:cs typeface="Noto Sans T Chinese Bold"/>
              <a:sym typeface="Noto Sans T Chinese Bold"/>
            </a:endParaRPr>
          </a:p>
        </p:txBody>
      </p:sp>
    </p:spTree>
    <p:extLst>
      <p:ext uri="{BB962C8B-B14F-4D97-AF65-F5344CB8AC3E}">
        <p14:creationId xmlns:p14="http://schemas.microsoft.com/office/powerpoint/2010/main" val="408388220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7C9B60-5C20-3605-2566-755259B527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1E34514A-F6C8-645C-0C4E-F753E650ED6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133F845-E4A0-3649-90FB-D488CE304927}" type="slidenum">
              <a:rPr kumimoji="1" lang="zh-TW" altLang="en-US" smtClean="0"/>
              <a:pPr/>
              <a:t>13</a:t>
            </a:fld>
            <a:endParaRPr kumimoji="1" lang="zh-TW" altLang="en-US" dirty="0"/>
          </a:p>
        </p:txBody>
      </p:sp>
      <p:sp>
        <p:nvSpPr>
          <p:cNvPr id="6" name="AutoShape 4">
            <a:extLst>
              <a:ext uri="{FF2B5EF4-FFF2-40B4-BE49-F238E27FC236}">
                <a16:creationId xmlns:a16="http://schemas.microsoft.com/office/drawing/2014/main" id="{17FF8ECC-6A38-6F67-009A-FD11E56DECCD}"/>
              </a:ext>
            </a:extLst>
          </p:cNvPr>
          <p:cNvSpPr/>
          <p:nvPr/>
        </p:nvSpPr>
        <p:spPr>
          <a:xfrm>
            <a:off x="2445739" y="1577933"/>
            <a:ext cx="13528964" cy="7131132"/>
          </a:xfrm>
          <a:prstGeom prst="rect">
            <a:avLst/>
          </a:prstGeom>
          <a:solidFill>
            <a:srgbClr val="F1F1F1"/>
          </a:solidFill>
        </p:spPr>
        <p:txBody>
          <a:bodyPr/>
          <a:lstStyle/>
          <a:p>
            <a:pPr algn="ctr"/>
            <a:endParaRPr lang="zh-TW" altLang="en-US" dirty="0"/>
          </a:p>
        </p:txBody>
      </p:sp>
      <p:sp>
        <p:nvSpPr>
          <p:cNvPr id="8" name="TextBox 5">
            <a:extLst>
              <a:ext uri="{FF2B5EF4-FFF2-40B4-BE49-F238E27FC236}">
                <a16:creationId xmlns:a16="http://schemas.microsoft.com/office/drawing/2014/main" id="{AAB93FAA-56F0-9E48-A391-4EFDDCB0671D}"/>
              </a:ext>
            </a:extLst>
          </p:cNvPr>
          <p:cNvSpPr txBox="1"/>
          <p:nvPr/>
        </p:nvSpPr>
        <p:spPr>
          <a:xfrm>
            <a:off x="2690998" y="3779696"/>
            <a:ext cx="12906003" cy="272760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0980"/>
              </a:lnSpc>
            </a:pPr>
            <a:r>
              <a:rPr lang="zh-TW" altLang="en-US" sz="8800" b="1" dirty="0">
                <a:solidFill>
                  <a:srgbClr val="0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  <a:sym typeface="Noto Sans T Chinese Bold"/>
              </a:rPr>
              <a:t>範例程式</a:t>
            </a:r>
            <a:br>
              <a:rPr lang="en-US" altLang="zh-TW" sz="8800" b="1" dirty="0">
                <a:solidFill>
                  <a:srgbClr val="0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  <a:sym typeface="Noto Sans T Chinese Bold"/>
              </a:rPr>
            </a:br>
            <a:r>
              <a:rPr lang="zh-TW" altLang="en-US" sz="8800" b="1" dirty="0">
                <a:solidFill>
                  <a:srgbClr val="0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  <a:sym typeface="Noto Sans T Chinese Bold"/>
              </a:rPr>
              <a:t>燒錄測試</a:t>
            </a:r>
            <a:endParaRPr lang="en-US" altLang="zh-TW" sz="8800" b="1" dirty="0">
              <a:solidFill>
                <a:srgbClr val="000000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  <a:sym typeface="Noto Sans T Chinese Bold"/>
            </a:endParaRPr>
          </a:p>
        </p:txBody>
      </p:sp>
    </p:spTree>
    <p:extLst>
      <p:ext uri="{BB962C8B-B14F-4D97-AF65-F5344CB8AC3E}">
        <p14:creationId xmlns:p14="http://schemas.microsoft.com/office/powerpoint/2010/main" val="164095411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011EE1-DB7D-676E-F629-D84332B338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8BD84D7C-D39A-CE91-327D-1E06BF355523}"/>
              </a:ext>
            </a:extLst>
          </p:cNvPr>
          <p:cNvSpPr>
            <a:spLocks noGrp="1"/>
          </p:cNvSpPr>
          <p:nvPr>
            <p:ph sz="half" idx="12"/>
          </p:nvPr>
        </p:nvSpPr>
        <p:spPr/>
        <p:txBody>
          <a:bodyPr/>
          <a:lstStyle/>
          <a:p>
            <a:pPr marL="0" indent="817200" algn="just">
              <a:buNone/>
            </a:pPr>
            <a:r>
              <a:rPr lang="zh-TW" altLang="en-US" dirty="0">
                <a:latin typeface="Times New Roman" panose="02020603050405020304" pitchFamily="18" charset="0"/>
              </a:rPr>
              <a:t>在撰寫 </a:t>
            </a:r>
            <a:r>
              <a:rPr lang="en-US" altLang="zh-TW" dirty="0">
                <a:latin typeface="Times New Roman" panose="02020603050405020304" pitchFamily="18" charset="0"/>
              </a:rPr>
              <a:t>Data Collection </a:t>
            </a:r>
            <a:r>
              <a:rPr lang="zh-TW" altLang="en-US" dirty="0">
                <a:latin typeface="Times New Roman" panose="02020603050405020304" pitchFamily="18" charset="0"/>
              </a:rPr>
              <a:t>與 </a:t>
            </a:r>
            <a:r>
              <a:rPr lang="en-US" altLang="zh-TW" dirty="0">
                <a:latin typeface="Times New Roman" panose="02020603050405020304" pitchFamily="18" charset="0"/>
              </a:rPr>
              <a:t>Run Classification </a:t>
            </a:r>
            <a:r>
              <a:rPr lang="zh-TW" altLang="en-US" dirty="0">
                <a:latin typeface="Times New Roman" panose="02020603050405020304" pitchFamily="18" charset="0"/>
              </a:rPr>
              <a:t>之前，我們先使用官方範例程式中的 </a:t>
            </a:r>
            <a:r>
              <a:rPr lang="en-US" altLang="zh-TW" dirty="0" err="1">
                <a:latin typeface="Times New Roman" panose="02020603050405020304" pitchFamily="18" charset="0"/>
              </a:rPr>
              <a:t>led_toggle</a:t>
            </a:r>
            <a:r>
              <a:rPr lang="zh-TW" altLang="en-US" dirty="0">
                <a:latin typeface="Times New Roman" panose="02020603050405020304" pitchFamily="18" charset="0"/>
              </a:rPr>
              <a:t> 測試一下燒錄是否正常，以下是操作步驟。</a:t>
            </a:r>
            <a:endParaRPr lang="en-US" altLang="zh-TW" dirty="0">
              <a:latin typeface="Times New Roman" panose="02020603050405020304" pitchFamily="18" charset="0"/>
            </a:endParaRPr>
          </a:p>
        </p:txBody>
      </p:sp>
      <p:sp>
        <p:nvSpPr>
          <p:cNvPr id="3" name="標題 2">
            <a:extLst>
              <a:ext uri="{FF2B5EF4-FFF2-40B4-BE49-F238E27FC236}">
                <a16:creationId xmlns:a16="http://schemas.microsoft.com/office/drawing/2014/main" id="{9EF40DCD-6F50-09B4-0DB4-8BD1A70F15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程式碼介紹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9290BA13-C76B-FB21-2FD8-1D8DD268C9B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133F845-E4A0-3649-90FB-D488CE304927}" type="slidenum">
              <a:rPr kumimoji="1" lang="zh-TW" altLang="en-US" smtClean="0"/>
              <a:pPr/>
              <a:t>14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238402532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圖片 11">
            <a:extLst>
              <a:ext uri="{FF2B5EF4-FFF2-40B4-BE49-F238E27FC236}">
                <a16:creationId xmlns:a16="http://schemas.microsoft.com/office/drawing/2014/main" id="{29E56F19-FE6B-E304-2E6E-AB51862899F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32702" y="3041833"/>
            <a:ext cx="15222596" cy="4201538"/>
          </a:xfrm>
          <a:prstGeom prst="rect">
            <a:avLst/>
          </a:prstGeom>
        </p:spPr>
      </p:pic>
      <p:sp>
        <p:nvSpPr>
          <p:cNvPr id="3" name="標題 2">
            <a:extLst>
              <a:ext uri="{FF2B5EF4-FFF2-40B4-BE49-F238E27FC236}">
                <a16:creationId xmlns:a16="http://schemas.microsoft.com/office/drawing/2014/main" id="{A88CD2F6-2641-525D-72DD-51FF018476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marL="0" lvl="0" indent="0">
              <a:lnSpc>
                <a:spcPts val="7699"/>
              </a:lnSpc>
            </a:pPr>
            <a:r>
              <a:rPr lang="zh-TW" altLang="en-US" b="1" dirty="0">
                <a:solidFill>
                  <a:srgbClr val="000000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Noto Sans T Chinese"/>
                <a:sym typeface="Noto Sans T Chinese"/>
              </a:rPr>
              <a:t>下載 </a:t>
            </a:r>
            <a:r>
              <a:rPr lang="en-US" altLang="zh-TW" b="1" dirty="0">
                <a:solidFill>
                  <a:srgbClr val="000000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Noto Sans T Chinese"/>
                <a:sym typeface="Noto Sans T Chinese"/>
              </a:rPr>
              <a:t>HT32F49395 </a:t>
            </a:r>
            <a:r>
              <a:rPr lang="zh-TW" altLang="en-US" b="1" dirty="0">
                <a:solidFill>
                  <a:srgbClr val="000000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Noto Sans T Chinese"/>
                <a:sym typeface="Noto Sans T Chinese"/>
              </a:rPr>
              <a:t>範例檔</a:t>
            </a:r>
            <a:endParaRPr lang="zh-TW" altLang="en-US" dirty="0"/>
          </a:p>
        </p:txBody>
      </p:sp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F20916BB-7A00-755A-C402-F7D739D330F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133F845-E4A0-3649-90FB-D488CE304927}" type="slidenum">
              <a:rPr kumimoji="1" lang="zh-TW" altLang="en-US" smtClean="0"/>
              <a:pPr/>
              <a:t>15</a:t>
            </a:fld>
            <a:endParaRPr kumimoji="1" lang="zh-TW" altLang="en-US"/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A1186364-77BC-09EA-9505-967CCF67E00F}"/>
              </a:ext>
            </a:extLst>
          </p:cNvPr>
          <p:cNvSpPr>
            <a:spLocks noGrp="1"/>
          </p:cNvSpPr>
          <p:nvPr>
            <p:ph idx="12"/>
          </p:nvPr>
        </p:nvSpPr>
        <p:spPr/>
        <p:txBody>
          <a:bodyPr/>
          <a:lstStyle/>
          <a:p>
            <a:pPr indent="817200" algn="just">
              <a:spcBef>
                <a:spcPct val="0"/>
              </a:spcBef>
            </a:pPr>
            <a:r>
              <a:rPr lang="zh-TW" altLang="en-US" sz="3200" b="1" dirty="0">
                <a:solidFill>
                  <a:srgbClr val="000000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Noto Sans T Chinese"/>
                <a:sym typeface="Noto Sans T Chinese"/>
              </a:rPr>
              <a:t>至盛群 </a:t>
            </a:r>
            <a:r>
              <a:rPr lang="en-US" altLang="zh-TW" sz="3200" b="1" dirty="0">
                <a:solidFill>
                  <a:srgbClr val="000000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Noto Sans T Chinese"/>
                <a:sym typeface="Noto Sans T Chinese"/>
              </a:rPr>
              <a:t>HT32F49395</a:t>
            </a:r>
            <a:r>
              <a:rPr lang="zh-TW" altLang="en-US" sz="3200" b="1" dirty="0">
                <a:solidFill>
                  <a:srgbClr val="000000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Noto Sans T Chinese"/>
                <a:sym typeface="Noto Sans T Chinese"/>
              </a:rPr>
              <a:t> 介紹官網 </a:t>
            </a:r>
            <a:r>
              <a:rPr lang="en-US" altLang="zh-TW" sz="3200" b="1" dirty="0">
                <a:solidFill>
                  <a:srgbClr val="000000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Noto Sans T Chinese"/>
                <a:sym typeface="Noto Sans T Chinese"/>
              </a:rPr>
              <a:t>(</a:t>
            </a:r>
            <a:r>
              <a:rPr lang="en-US" altLang="zh-TW" sz="3200" b="1" dirty="0">
                <a:solidFill>
                  <a:srgbClr val="000000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Noto Sans T Chinese"/>
                <a:sym typeface="Noto Sans T Chinese"/>
                <a:hlinkClick r:id="rId3"/>
              </a:rPr>
              <a:t>https://www.holtek.com.tw/page/vg/HT32F49395</a:t>
            </a:r>
            <a:r>
              <a:rPr lang="en-US" altLang="zh-TW" sz="3200" b="1" dirty="0">
                <a:solidFill>
                  <a:srgbClr val="000000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Noto Sans T Chinese"/>
                <a:sym typeface="Noto Sans T Chinese"/>
              </a:rPr>
              <a:t>)</a:t>
            </a:r>
            <a:r>
              <a:rPr lang="zh-TW" altLang="en-US" sz="3200" b="1" dirty="0">
                <a:solidFill>
                  <a:srgbClr val="000000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Noto Sans T Chinese"/>
                <a:sym typeface="Noto Sans T Chinese"/>
              </a:rPr>
              <a:t> </a:t>
            </a:r>
            <a:r>
              <a:rPr lang="en-US" altLang="zh-TW" dirty="0"/>
              <a:t>→</a:t>
            </a:r>
            <a:r>
              <a:rPr lang="zh-TW" altLang="en-US" dirty="0"/>
              <a:t> </a:t>
            </a:r>
            <a:r>
              <a:rPr lang="zh-TW" altLang="en-US" sz="3200" b="1" dirty="0">
                <a:solidFill>
                  <a:srgbClr val="000000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Noto Sans T Chinese"/>
                <a:sym typeface="Noto Sans T Chinese"/>
              </a:rPr>
              <a:t>找到 </a:t>
            </a:r>
            <a:r>
              <a:rPr lang="en-US" altLang="zh-TW" sz="3200" b="1" dirty="0">
                <a:solidFill>
                  <a:srgbClr val="FF0000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Noto Sans T Chinese"/>
                <a:sym typeface="Noto Sans T Chinese"/>
              </a:rPr>
              <a:t>HT32F493x5_FWLib_V1.2.2_184.zip</a:t>
            </a:r>
            <a:r>
              <a:rPr lang="zh-TW" altLang="en-US" sz="3200" b="1" dirty="0">
                <a:solidFill>
                  <a:srgbClr val="FF0000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Noto Sans T Chinese"/>
                <a:sym typeface="Noto Sans T Chinese"/>
              </a:rPr>
              <a:t> </a:t>
            </a:r>
            <a:r>
              <a:rPr lang="zh-TW" altLang="en-US" sz="3200" b="1" dirty="0">
                <a:solidFill>
                  <a:srgbClr val="000000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Noto Sans T Chinese"/>
                <a:sym typeface="Noto Sans T Chinese"/>
              </a:rPr>
              <a:t>點擊下載。</a:t>
            </a:r>
            <a:endParaRPr lang="en-US" altLang="zh-TW" sz="3200" b="1" dirty="0">
              <a:solidFill>
                <a:srgbClr val="000000"/>
              </a:solidFill>
              <a:latin typeface="Times New Roman" panose="02020603050405020304" pitchFamily="18" charset="0"/>
              <a:ea typeface="微軟正黑體" panose="020B0604030504040204" pitchFamily="34" charset="-120"/>
              <a:cs typeface="Noto Sans T Chinese"/>
              <a:sym typeface="Noto Sans T Chinese"/>
            </a:endParaRPr>
          </a:p>
          <a:p>
            <a:pPr marL="0" indent="0">
              <a:buNone/>
            </a:pPr>
            <a:endParaRPr lang="zh-TW" altLang="en-US" dirty="0"/>
          </a:p>
        </p:txBody>
      </p:sp>
      <p:sp>
        <p:nvSpPr>
          <p:cNvPr id="9" name="流程圖: 接點 8">
            <a:extLst>
              <a:ext uri="{FF2B5EF4-FFF2-40B4-BE49-F238E27FC236}">
                <a16:creationId xmlns:a16="http://schemas.microsoft.com/office/drawing/2014/main" id="{788EA867-68B1-24FE-0316-44E1D0A3331E}"/>
              </a:ext>
            </a:extLst>
          </p:cNvPr>
          <p:cNvSpPr/>
          <p:nvPr/>
        </p:nvSpPr>
        <p:spPr>
          <a:xfrm>
            <a:off x="13252067" y="4402138"/>
            <a:ext cx="914400" cy="914400"/>
          </a:xfrm>
          <a:prstGeom prst="flowChartConnector">
            <a:avLst/>
          </a:prstGeom>
          <a:solidFill>
            <a:schemeClr val="bg1"/>
          </a:solidFill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4400" b="1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1</a:t>
            </a:r>
            <a:endParaRPr lang="zh-TW" altLang="en-US" sz="4400" b="1" dirty="0">
              <a:solidFill>
                <a:srgbClr val="FF0000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</p:txBody>
      </p:sp>
      <p:sp>
        <p:nvSpPr>
          <p:cNvPr id="10" name="流程圖: 接點 9">
            <a:extLst>
              <a:ext uri="{FF2B5EF4-FFF2-40B4-BE49-F238E27FC236}">
                <a16:creationId xmlns:a16="http://schemas.microsoft.com/office/drawing/2014/main" id="{63F8356B-4D42-1E82-D684-319FAC21EC5C}"/>
              </a:ext>
            </a:extLst>
          </p:cNvPr>
          <p:cNvSpPr/>
          <p:nvPr/>
        </p:nvSpPr>
        <p:spPr>
          <a:xfrm>
            <a:off x="7543800" y="5876703"/>
            <a:ext cx="914400" cy="914400"/>
          </a:xfrm>
          <a:prstGeom prst="flowChartConnector">
            <a:avLst/>
          </a:prstGeom>
          <a:solidFill>
            <a:schemeClr val="bg1"/>
          </a:solidFill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4400" b="1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2</a:t>
            </a:r>
            <a:endParaRPr lang="zh-TW" altLang="en-US" sz="4400" b="1" dirty="0">
              <a:solidFill>
                <a:srgbClr val="FF0000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57ED4708-CFAB-5D5B-44D7-A14CED44D0B4}"/>
              </a:ext>
            </a:extLst>
          </p:cNvPr>
          <p:cNvSpPr/>
          <p:nvPr/>
        </p:nvSpPr>
        <p:spPr>
          <a:xfrm>
            <a:off x="10663236" y="3024187"/>
            <a:ext cx="6092061" cy="595313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89902E22-151D-316B-D4FC-A67123AB8B26}"/>
              </a:ext>
            </a:extLst>
          </p:cNvPr>
          <p:cNvSpPr/>
          <p:nvPr/>
        </p:nvSpPr>
        <p:spPr>
          <a:xfrm>
            <a:off x="2781300" y="6094580"/>
            <a:ext cx="3848100" cy="478646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cxnSp>
        <p:nvCxnSpPr>
          <p:cNvPr id="17" name="直線單箭頭接點 16">
            <a:extLst>
              <a:ext uri="{FF2B5EF4-FFF2-40B4-BE49-F238E27FC236}">
                <a16:creationId xmlns:a16="http://schemas.microsoft.com/office/drawing/2014/main" id="{123AA8D7-22B3-722E-9B9E-C623DAC432E5}"/>
              </a:ext>
            </a:extLst>
          </p:cNvPr>
          <p:cNvCxnSpPr>
            <a:cxnSpLocks/>
            <a:stCxn id="9" idx="0"/>
            <a:endCxn id="14" idx="2"/>
          </p:cNvCxnSpPr>
          <p:nvPr/>
        </p:nvCxnSpPr>
        <p:spPr>
          <a:xfrm flipV="1">
            <a:off x="13709267" y="3619500"/>
            <a:ext cx="0" cy="782638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直線單箭頭接點 22">
            <a:extLst>
              <a:ext uri="{FF2B5EF4-FFF2-40B4-BE49-F238E27FC236}">
                <a16:creationId xmlns:a16="http://schemas.microsoft.com/office/drawing/2014/main" id="{F23FA01C-EAD3-FC5E-384B-4671F9A5AB58}"/>
              </a:ext>
            </a:extLst>
          </p:cNvPr>
          <p:cNvCxnSpPr>
            <a:cxnSpLocks/>
            <a:stCxn id="10" idx="2"/>
            <a:endCxn id="16" idx="3"/>
          </p:cNvCxnSpPr>
          <p:nvPr/>
        </p:nvCxnSpPr>
        <p:spPr>
          <a:xfrm flipH="1">
            <a:off x="6629400" y="6333903"/>
            <a:ext cx="914400" cy="0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2202500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標題 2">
            <a:extLst>
              <a:ext uri="{FF2B5EF4-FFF2-40B4-BE49-F238E27FC236}">
                <a16:creationId xmlns:a16="http://schemas.microsoft.com/office/drawing/2014/main" id="{D1F9D1C5-F43A-6DC2-B402-FDBE8ABDD4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marL="0" lvl="0" indent="0">
              <a:lnSpc>
                <a:spcPts val="7699"/>
              </a:lnSpc>
            </a:pPr>
            <a:r>
              <a:rPr lang="zh-TW" altLang="en-US" dirty="0">
                <a:solidFill>
                  <a:srgbClr val="000000"/>
                </a:solidFill>
                <a:cs typeface="Noto Sans T Chinese"/>
                <a:sym typeface="Noto Sans T Chinese"/>
              </a:rPr>
              <a:t>開啟 </a:t>
            </a:r>
            <a:r>
              <a:rPr lang="en-US" altLang="zh-TW" dirty="0">
                <a:solidFill>
                  <a:srgbClr val="000000"/>
                </a:solidFill>
                <a:cs typeface="Noto Sans T Chinese"/>
                <a:sym typeface="Noto Sans T Chinese"/>
              </a:rPr>
              <a:t>HT32F49395 </a:t>
            </a:r>
            <a:r>
              <a:rPr lang="zh-TW" altLang="en-US" dirty="0">
                <a:solidFill>
                  <a:srgbClr val="000000"/>
                </a:solidFill>
                <a:cs typeface="Noto Sans T Chinese"/>
                <a:sym typeface="Noto Sans T Chinese"/>
              </a:rPr>
              <a:t>範例檔 </a:t>
            </a:r>
            <a:r>
              <a:rPr lang="en-US" altLang="zh-TW" dirty="0">
                <a:solidFill>
                  <a:srgbClr val="000000"/>
                </a:solidFill>
                <a:cs typeface="Noto Sans T Chinese"/>
                <a:sym typeface="Noto Sans T Chinese"/>
              </a:rPr>
              <a:t>(1/3)</a:t>
            </a:r>
            <a:endParaRPr lang="zh-TW" altLang="en-US" dirty="0"/>
          </a:p>
        </p:txBody>
      </p:sp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B6F1E355-5F95-69EF-0C4B-4A24E7A2260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133F845-E4A0-3649-90FB-D488CE304927}" type="slidenum">
              <a:rPr kumimoji="1" lang="zh-TW" altLang="en-US" smtClean="0"/>
              <a:pPr/>
              <a:t>16</a:t>
            </a:fld>
            <a:endParaRPr kumimoji="1" lang="zh-TW" altLang="en-US"/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E3F02D85-F8E8-AB02-7D6B-097A7099806B}"/>
              </a:ext>
            </a:extLst>
          </p:cNvPr>
          <p:cNvSpPr>
            <a:spLocks noGrp="1"/>
          </p:cNvSpPr>
          <p:nvPr>
            <p:ph idx="12"/>
          </p:nvPr>
        </p:nvSpPr>
        <p:spPr/>
        <p:txBody>
          <a:bodyPr/>
          <a:lstStyle/>
          <a:p>
            <a:pPr marL="0" indent="0">
              <a:buNone/>
            </a:pPr>
            <a:r>
              <a:rPr lang="zh-TW" altLang="en-US" sz="3200" b="1" dirty="0">
                <a:solidFill>
                  <a:srgbClr val="000000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Noto Sans T Chinese"/>
                <a:sym typeface="Noto Sans T Chinese"/>
              </a:rPr>
              <a:t>將下載好的 </a:t>
            </a:r>
            <a:r>
              <a:rPr lang="en-US" altLang="zh-TW" sz="3200" b="1" dirty="0">
                <a:solidFill>
                  <a:srgbClr val="000000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Noto Sans T Chinese"/>
                <a:sym typeface="Noto Sans T Chinese"/>
              </a:rPr>
              <a:t>zip</a:t>
            </a:r>
            <a:r>
              <a:rPr lang="zh-TW" altLang="en-US" sz="3200" b="1" dirty="0">
                <a:solidFill>
                  <a:srgbClr val="000000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Noto Sans T Chinese"/>
                <a:sym typeface="Noto Sans T Chinese"/>
              </a:rPr>
              <a:t> 檔解壓縮至 </a:t>
            </a:r>
            <a:r>
              <a:rPr lang="en-US" altLang="zh-TW" sz="3200" b="1" dirty="0">
                <a:solidFill>
                  <a:srgbClr val="000000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Noto Sans T Chinese"/>
                <a:sym typeface="Noto Sans T Chinese"/>
              </a:rPr>
              <a:t>C</a:t>
            </a:r>
            <a:r>
              <a:rPr lang="zh-TW" altLang="en-US" sz="3200" b="1" dirty="0">
                <a:solidFill>
                  <a:srgbClr val="000000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Noto Sans T Chinese"/>
                <a:sym typeface="Noto Sans T Chinese"/>
              </a:rPr>
              <a:t> 槽或 </a:t>
            </a:r>
            <a:r>
              <a:rPr lang="en-US" altLang="zh-TW" sz="3200" b="1" dirty="0">
                <a:solidFill>
                  <a:srgbClr val="000000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Noto Sans T Chinese"/>
                <a:sym typeface="Noto Sans T Chinese"/>
              </a:rPr>
              <a:t>D</a:t>
            </a:r>
            <a:r>
              <a:rPr lang="zh-TW" altLang="en-US" sz="3200" b="1" dirty="0">
                <a:solidFill>
                  <a:srgbClr val="000000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Noto Sans T Chinese"/>
                <a:sym typeface="Noto Sans T Chinese"/>
              </a:rPr>
              <a:t> 槽。</a:t>
            </a:r>
            <a:endParaRPr lang="en-US" altLang="zh-TW" sz="3200" b="1" dirty="0">
              <a:solidFill>
                <a:srgbClr val="000000"/>
              </a:solidFill>
              <a:latin typeface="Times New Roman" panose="02020603050405020304" pitchFamily="18" charset="0"/>
              <a:ea typeface="微軟正黑體" panose="020B0604030504040204" pitchFamily="34" charset="-120"/>
              <a:cs typeface="Noto Sans T Chinese"/>
              <a:sym typeface="Noto Sans T Chinese"/>
            </a:endParaRPr>
          </a:p>
          <a:p>
            <a:endParaRPr lang="zh-TW" altLang="en-US" dirty="0"/>
          </a:p>
        </p:txBody>
      </p:sp>
      <p:pic>
        <p:nvPicPr>
          <p:cNvPr id="7" name="圖片 6">
            <a:extLst>
              <a:ext uri="{FF2B5EF4-FFF2-40B4-BE49-F238E27FC236}">
                <a16:creationId xmlns:a16="http://schemas.microsoft.com/office/drawing/2014/main" id="{A199A58A-13D6-388A-97BB-E69533FAC89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81800" y="2918134"/>
            <a:ext cx="4724400" cy="44507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452381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707F6A-14E6-9EE6-8724-382AE48F49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標題 2">
            <a:extLst>
              <a:ext uri="{FF2B5EF4-FFF2-40B4-BE49-F238E27FC236}">
                <a16:creationId xmlns:a16="http://schemas.microsoft.com/office/drawing/2014/main" id="{40545506-1347-9A4B-E16A-F77ADF7240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zh-TW" altLang="en-US" dirty="0">
                <a:solidFill>
                  <a:srgbClr val="000000"/>
                </a:solidFill>
                <a:cs typeface="Noto Sans T Chinese"/>
                <a:sym typeface="Noto Sans T Chinese"/>
              </a:rPr>
              <a:t>開啟 </a:t>
            </a:r>
            <a:r>
              <a:rPr lang="en-US" altLang="zh-TW" dirty="0">
                <a:solidFill>
                  <a:srgbClr val="000000"/>
                </a:solidFill>
                <a:cs typeface="Noto Sans T Chinese"/>
                <a:sym typeface="Noto Sans T Chinese"/>
              </a:rPr>
              <a:t>HT32F49395 </a:t>
            </a:r>
            <a:r>
              <a:rPr lang="zh-TW" altLang="en-US" dirty="0">
                <a:solidFill>
                  <a:srgbClr val="000000"/>
                </a:solidFill>
                <a:cs typeface="Noto Sans T Chinese"/>
                <a:sym typeface="Noto Sans T Chinese"/>
              </a:rPr>
              <a:t>範例檔 </a:t>
            </a:r>
            <a:r>
              <a:rPr lang="en-US" altLang="zh-TW" dirty="0">
                <a:solidFill>
                  <a:srgbClr val="000000"/>
                </a:solidFill>
                <a:cs typeface="Noto Sans T Chinese"/>
                <a:sym typeface="Noto Sans T Chinese"/>
              </a:rPr>
              <a:t>(2/3)</a:t>
            </a:r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93903089-AC7B-2E22-CB20-CEB0BEBA45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133F845-E4A0-3649-90FB-D488CE304927}" type="slidenum">
              <a:rPr kumimoji="1" lang="zh-TW" altLang="en-US" smtClean="0"/>
              <a:pPr/>
              <a:t>17</a:t>
            </a:fld>
            <a:endParaRPr kumimoji="1" lang="zh-TW" altLang="en-US"/>
          </a:p>
        </p:txBody>
      </p:sp>
      <p:sp>
        <p:nvSpPr>
          <p:cNvPr id="6" name="內容版面配置區 3">
            <a:extLst>
              <a:ext uri="{FF2B5EF4-FFF2-40B4-BE49-F238E27FC236}">
                <a16:creationId xmlns:a16="http://schemas.microsoft.com/office/drawing/2014/main" id="{AA407E81-C3C9-2012-31DE-2FF618FE889A}"/>
              </a:ext>
            </a:extLst>
          </p:cNvPr>
          <p:cNvSpPr>
            <a:spLocks noGrp="1"/>
          </p:cNvSpPr>
          <p:nvPr>
            <p:ph idx="12"/>
          </p:nvPr>
        </p:nvSpPr>
        <p:spPr>
          <a:xfrm>
            <a:off x="1257300" y="8191500"/>
            <a:ext cx="15963900" cy="660399"/>
          </a:xfrm>
        </p:spPr>
        <p:txBody>
          <a:bodyPr/>
          <a:lstStyle/>
          <a:p>
            <a:pPr indent="817200" algn="just"/>
            <a:r>
              <a:rPr lang="zh-TW" altLang="en-US" sz="3200" b="1" dirty="0">
                <a:solidFill>
                  <a:srgbClr val="000000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Noto Sans T Chinese"/>
                <a:sym typeface="Noto Sans T Chinese"/>
              </a:rPr>
              <a:t>按照以下路徑開啟</a:t>
            </a:r>
            <a:r>
              <a:rPr lang="en-US" altLang="zh-TW" dirty="0" err="1">
                <a:solidFill>
                  <a:srgbClr val="FF0000"/>
                </a:solidFill>
                <a:cs typeface="Noto Sans T Chinese"/>
                <a:sym typeface="Noto Sans T Chinese"/>
              </a:rPr>
              <a:t>led_toggle.uvprojx</a:t>
            </a:r>
            <a:r>
              <a:rPr lang="zh-TW" altLang="en-US" dirty="0">
                <a:cs typeface="Noto Sans T Chinese"/>
                <a:sym typeface="Noto Sans T Chinese"/>
              </a:rPr>
              <a:t>專案：</a:t>
            </a:r>
            <a:r>
              <a:rPr lang="zh-TW" altLang="en-US" sz="3200" b="1" dirty="0">
                <a:solidFill>
                  <a:srgbClr val="000000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Noto Sans T Chinese"/>
                <a:sym typeface="Noto Sans T Chinese"/>
              </a:rPr>
              <a:t> </a:t>
            </a:r>
            <a:r>
              <a:rPr lang="en-US" altLang="zh-TW" sz="3200" b="1" dirty="0">
                <a:solidFill>
                  <a:srgbClr val="000000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Noto Sans T Chinese"/>
                <a:sym typeface="Noto Sans T Chinese"/>
              </a:rPr>
              <a:t>HT32F493x5_FWLib_V1.2.2_184\project\ht32f49395_sk\examples\</a:t>
            </a:r>
            <a:r>
              <a:rPr lang="en-US" altLang="zh-TW" sz="3200" b="1" dirty="0" err="1">
                <a:solidFill>
                  <a:srgbClr val="000000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Noto Sans T Chinese"/>
                <a:sym typeface="Noto Sans T Chinese"/>
              </a:rPr>
              <a:t>gpio</a:t>
            </a:r>
            <a:r>
              <a:rPr lang="en-US" altLang="zh-TW" sz="3200" b="1" dirty="0">
                <a:solidFill>
                  <a:srgbClr val="000000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Noto Sans T Chinese"/>
                <a:sym typeface="Noto Sans T Chinese"/>
              </a:rPr>
              <a:t>\</a:t>
            </a:r>
            <a:r>
              <a:rPr lang="en-US" altLang="zh-TW" sz="3200" b="1" dirty="0" err="1">
                <a:solidFill>
                  <a:srgbClr val="000000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Noto Sans T Chinese"/>
                <a:sym typeface="Noto Sans T Chinese"/>
              </a:rPr>
              <a:t>led_toggle</a:t>
            </a:r>
            <a:r>
              <a:rPr lang="en-US" altLang="zh-TW" sz="3200" b="1" dirty="0">
                <a:solidFill>
                  <a:srgbClr val="000000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Noto Sans T Chinese"/>
                <a:sym typeface="Noto Sans T Chinese"/>
              </a:rPr>
              <a:t>\mdk_v5</a:t>
            </a:r>
            <a:endParaRPr lang="zh-TW" altLang="en-US" dirty="0"/>
          </a:p>
        </p:txBody>
      </p:sp>
      <p:pic>
        <p:nvPicPr>
          <p:cNvPr id="15" name="圖片 14">
            <a:extLst>
              <a:ext uri="{FF2B5EF4-FFF2-40B4-BE49-F238E27FC236}">
                <a16:creationId xmlns:a16="http://schemas.microsoft.com/office/drawing/2014/main" id="{26DD5887-CC67-D4A7-2EA2-6358EBAA7E4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45587" y="2971800"/>
            <a:ext cx="11996825" cy="4343400"/>
          </a:xfrm>
          <a:prstGeom prst="rect">
            <a:avLst/>
          </a:prstGeom>
        </p:spPr>
      </p:pic>
      <p:sp>
        <p:nvSpPr>
          <p:cNvPr id="17" name="矩形 16">
            <a:extLst>
              <a:ext uri="{FF2B5EF4-FFF2-40B4-BE49-F238E27FC236}">
                <a16:creationId xmlns:a16="http://schemas.microsoft.com/office/drawing/2014/main" id="{A022F91C-57EF-8082-53AC-FEC243B22A00}"/>
              </a:ext>
            </a:extLst>
          </p:cNvPr>
          <p:cNvSpPr/>
          <p:nvPr/>
        </p:nvSpPr>
        <p:spPr>
          <a:xfrm>
            <a:off x="3352800" y="5323055"/>
            <a:ext cx="9734550" cy="478646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cxnSp>
        <p:nvCxnSpPr>
          <p:cNvPr id="18" name="直線單箭頭接點 17">
            <a:extLst>
              <a:ext uri="{FF2B5EF4-FFF2-40B4-BE49-F238E27FC236}">
                <a16:creationId xmlns:a16="http://schemas.microsoft.com/office/drawing/2014/main" id="{416445B3-EFA1-A6DB-55D6-0C8EA1F76B00}"/>
              </a:ext>
            </a:extLst>
          </p:cNvPr>
          <p:cNvCxnSpPr>
            <a:cxnSpLocks/>
            <a:endCxn id="17" idx="3"/>
          </p:cNvCxnSpPr>
          <p:nvPr/>
        </p:nvCxnSpPr>
        <p:spPr>
          <a:xfrm flipH="1">
            <a:off x="13087350" y="5562378"/>
            <a:ext cx="933450" cy="0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819551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標題 4">
            <a:extLst>
              <a:ext uri="{FF2B5EF4-FFF2-40B4-BE49-F238E27FC236}">
                <a16:creationId xmlns:a16="http://schemas.microsoft.com/office/drawing/2014/main" id="{2DFBE315-B130-31EA-75DD-2FB543CA69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zh-TW" altLang="en-US" dirty="0">
                <a:solidFill>
                  <a:srgbClr val="000000"/>
                </a:solidFill>
                <a:cs typeface="Noto Sans T Chinese"/>
                <a:sym typeface="Noto Sans T Chinese"/>
              </a:rPr>
              <a:t>開啟 </a:t>
            </a:r>
            <a:r>
              <a:rPr lang="en-US" altLang="zh-TW" dirty="0">
                <a:solidFill>
                  <a:srgbClr val="000000"/>
                </a:solidFill>
                <a:cs typeface="Noto Sans T Chinese"/>
                <a:sym typeface="Noto Sans T Chinese"/>
              </a:rPr>
              <a:t>HT32F49395 </a:t>
            </a:r>
            <a:r>
              <a:rPr lang="zh-TW" altLang="en-US" dirty="0">
                <a:solidFill>
                  <a:srgbClr val="000000"/>
                </a:solidFill>
                <a:cs typeface="Noto Sans T Chinese"/>
                <a:sym typeface="Noto Sans T Chinese"/>
              </a:rPr>
              <a:t>範例檔 </a:t>
            </a:r>
            <a:r>
              <a:rPr lang="en-US" altLang="zh-TW" dirty="0">
                <a:solidFill>
                  <a:srgbClr val="000000"/>
                </a:solidFill>
                <a:cs typeface="Noto Sans T Chinese"/>
                <a:sym typeface="Noto Sans T Chinese"/>
              </a:rPr>
              <a:t>(3/3)</a:t>
            </a:r>
            <a:endParaRPr lang="zh-TW" altLang="en-US" b="1" dirty="0"/>
          </a:p>
        </p:txBody>
      </p:sp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E43184A6-34F8-3D25-2ACD-DF68CCAE0B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133F845-E4A0-3649-90FB-D488CE304927}" type="slidenum">
              <a:rPr kumimoji="1" lang="zh-TW" altLang="en-US" smtClean="0"/>
              <a:pPr/>
              <a:t>18</a:t>
            </a:fld>
            <a:endParaRPr kumimoji="1" lang="zh-TW" altLang="en-US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878774B4-F8E3-C4C0-C0C6-1FC11D051B96}"/>
              </a:ext>
            </a:extLst>
          </p:cNvPr>
          <p:cNvSpPr>
            <a:spLocks noGrp="1"/>
          </p:cNvSpPr>
          <p:nvPr>
            <p:ph idx="12"/>
          </p:nvPr>
        </p:nvSpPr>
        <p:spPr/>
        <p:txBody>
          <a:bodyPr/>
          <a:lstStyle/>
          <a:p>
            <a:r>
              <a:rPr lang="en-US" altLang="zh-TW" dirty="0" err="1">
                <a:cs typeface="Noto Sans T Chinese"/>
                <a:sym typeface="Noto Sans T Chinese"/>
              </a:rPr>
              <a:t>led_toggle.uvprojx</a:t>
            </a:r>
            <a:r>
              <a:rPr lang="zh-TW" altLang="en-US" dirty="0">
                <a:cs typeface="Noto Sans T Chinese"/>
                <a:sym typeface="Noto Sans T Chinese"/>
              </a:rPr>
              <a:t> </a:t>
            </a:r>
            <a:r>
              <a:rPr lang="zh-TW" altLang="en-US" sz="3200" b="1" dirty="0">
                <a:latin typeface="Times New Roman" panose="02020603050405020304" pitchFamily="18" charset="0"/>
                <a:ea typeface="微軟正黑體" panose="020B0604030504040204" pitchFamily="34" charset="-120"/>
                <a:cs typeface="Noto Sans T Chinese"/>
                <a:sym typeface="Noto Sans T Chinese"/>
              </a:rPr>
              <a:t>專案檔視窗。</a:t>
            </a:r>
            <a:endParaRPr lang="en-US" altLang="zh-TW" sz="3200" b="1" dirty="0">
              <a:latin typeface="Times New Roman" panose="02020603050405020304" pitchFamily="18" charset="0"/>
              <a:ea typeface="微軟正黑體" panose="020B0604030504040204" pitchFamily="34" charset="-120"/>
              <a:cs typeface="Noto Sans T Chinese"/>
              <a:sym typeface="Noto Sans T Chinese"/>
            </a:endParaRPr>
          </a:p>
          <a:p>
            <a:endParaRPr lang="zh-TW" altLang="en-US" dirty="0"/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987447C6-2D9F-E78A-5F30-1443078FB8E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38600" y="1976158"/>
            <a:ext cx="10210800" cy="63346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856176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標題 4">
            <a:extLst>
              <a:ext uri="{FF2B5EF4-FFF2-40B4-BE49-F238E27FC236}">
                <a16:creationId xmlns:a16="http://schemas.microsoft.com/office/drawing/2014/main" id="{9DC0965E-B199-2538-5060-4D614702EA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marL="0" lvl="0" indent="0">
              <a:lnSpc>
                <a:spcPts val="7699"/>
              </a:lnSpc>
            </a:pPr>
            <a:r>
              <a:rPr lang="zh-TW" altLang="en-US" dirty="0"/>
              <a:t>新增 </a:t>
            </a:r>
            <a:r>
              <a:rPr lang="en-US" altLang="zh-TW" dirty="0"/>
              <a:t>HT32F49395</a:t>
            </a:r>
            <a:r>
              <a:rPr lang="zh-TW" altLang="en-US" dirty="0"/>
              <a:t> </a:t>
            </a:r>
            <a:r>
              <a:rPr lang="en-US" altLang="zh-TW" dirty="0"/>
              <a:t>Pack (1/2) </a:t>
            </a:r>
            <a:endParaRPr lang="zh-TW" altLang="en-US" dirty="0"/>
          </a:p>
        </p:txBody>
      </p:sp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897B8ABA-A2E3-0563-0AAA-A9953C5AAEF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133F845-E4A0-3649-90FB-D488CE304927}" type="slidenum">
              <a:rPr kumimoji="1" lang="zh-TW" alt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19</a:t>
            </a:fld>
            <a:endParaRPr kumimoji="1" lang="zh-TW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1DD24C7B-605C-8AB7-8F04-3CF684717047}"/>
              </a:ext>
            </a:extLst>
          </p:cNvPr>
          <p:cNvSpPr>
            <a:spLocks noGrp="1"/>
          </p:cNvSpPr>
          <p:nvPr>
            <p:ph idx="12"/>
          </p:nvPr>
        </p:nvSpPr>
        <p:spPr/>
        <p:txBody>
          <a:bodyPr/>
          <a:lstStyle/>
          <a:p>
            <a:pPr marL="0" indent="817200" algn="just">
              <a:buNone/>
            </a:pPr>
            <a:r>
              <a:rPr lang="zh-TW" altLang="en-US" dirty="0"/>
              <a:t>點擊          </a:t>
            </a:r>
            <a:r>
              <a:rPr lang="en-US" altLang="zh-TW" dirty="0"/>
              <a:t>【Pack Installer】 →</a:t>
            </a:r>
            <a:r>
              <a:rPr lang="zh-TW" altLang="en-US" dirty="0"/>
              <a:t> 搜尋 </a:t>
            </a:r>
            <a:r>
              <a:rPr lang="en-US" altLang="zh-TW" dirty="0"/>
              <a:t>ht32f49395</a:t>
            </a:r>
            <a:r>
              <a:rPr lang="zh-TW" altLang="en-US" dirty="0"/>
              <a:t> </a:t>
            </a:r>
            <a:r>
              <a:rPr lang="en-US" altLang="zh-TW" dirty="0"/>
              <a:t>→</a:t>
            </a:r>
            <a:r>
              <a:rPr lang="zh-TW" altLang="en-US" dirty="0"/>
              <a:t> 點擊 </a:t>
            </a:r>
            <a:r>
              <a:rPr lang="en-US" altLang="zh-TW" dirty="0">
                <a:solidFill>
                  <a:srgbClr val="FF0000"/>
                </a:solidFill>
              </a:rPr>
              <a:t>HT32F49395_100LQGP</a:t>
            </a:r>
            <a:r>
              <a:rPr lang="zh-TW" altLang="en-US" dirty="0"/>
              <a:t> </a:t>
            </a:r>
            <a:r>
              <a:rPr lang="en-US" altLang="zh-TW" dirty="0"/>
              <a:t>→</a:t>
            </a:r>
            <a:r>
              <a:rPr lang="zh-TW" altLang="en-US" dirty="0"/>
              <a:t> 右邊按下</a:t>
            </a:r>
            <a:r>
              <a:rPr lang="en-US" altLang="zh-TW" dirty="0"/>
              <a:t>【Install】</a:t>
            </a:r>
            <a:r>
              <a:rPr lang="zh-TW" altLang="en-US" dirty="0"/>
              <a:t>。</a:t>
            </a:r>
            <a:endParaRPr lang="en-US" altLang="zh-TW" dirty="0"/>
          </a:p>
          <a:p>
            <a:endParaRPr lang="zh-TW" altLang="en-US" dirty="0"/>
          </a:p>
        </p:txBody>
      </p:sp>
      <p:pic>
        <p:nvPicPr>
          <p:cNvPr id="8" name="圖片 7">
            <a:extLst>
              <a:ext uri="{FF2B5EF4-FFF2-40B4-BE49-F238E27FC236}">
                <a16:creationId xmlns:a16="http://schemas.microsoft.com/office/drawing/2014/main" id="{E8F90291-08E7-7140-AFE3-11BC2F31D94C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9273" y="2938061"/>
            <a:ext cx="17049454" cy="4410878"/>
          </a:xfrm>
          <a:prstGeom prst="rect">
            <a:avLst/>
          </a:prstGeom>
          <a:noFill/>
        </p:spPr>
      </p:pic>
      <p:pic>
        <p:nvPicPr>
          <p:cNvPr id="11" name="圖片 10">
            <a:extLst>
              <a:ext uri="{FF2B5EF4-FFF2-40B4-BE49-F238E27FC236}">
                <a16:creationId xmlns:a16="http://schemas.microsoft.com/office/drawing/2014/main" id="{FAB32E42-D390-76E1-54A6-7AEB17BE115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14674" y="8274051"/>
            <a:ext cx="914400" cy="814316"/>
          </a:xfrm>
          <a:prstGeom prst="rect">
            <a:avLst/>
          </a:prstGeom>
        </p:spPr>
      </p:pic>
      <p:sp>
        <p:nvSpPr>
          <p:cNvPr id="4" name="流程圖: 接點 3">
            <a:extLst>
              <a:ext uri="{FF2B5EF4-FFF2-40B4-BE49-F238E27FC236}">
                <a16:creationId xmlns:a16="http://schemas.microsoft.com/office/drawing/2014/main" id="{8FDDB747-DC2E-F88F-35B6-9424FB122B77}"/>
              </a:ext>
            </a:extLst>
          </p:cNvPr>
          <p:cNvSpPr/>
          <p:nvPr/>
        </p:nvSpPr>
        <p:spPr>
          <a:xfrm>
            <a:off x="4648200" y="3695700"/>
            <a:ext cx="914400" cy="914400"/>
          </a:xfrm>
          <a:prstGeom prst="flowChartConnector">
            <a:avLst/>
          </a:prstGeom>
          <a:solidFill>
            <a:schemeClr val="bg1"/>
          </a:solidFill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4400" b="1" dirty="0">
                <a:solidFill>
                  <a:srgbClr val="FF0000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1</a:t>
            </a:r>
            <a:endParaRPr lang="zh-TW" altLang="en-US" sz="4400" b="1" dirty="0">
              <a:solidFill>
                <a:srgbClr val="FF0000"/>
              </a:solidFill>
              <a:latin typeface="Times New Roman" panose="02020603050405020304" pitchFamily="18" charset="0"/>
              <a:ea typeface="微軟正黑體" panose="020B0604030504040204" pitchFamily="34" charset="-120"/>
              <a:cs typeface="Times New Roman" panose="02020603050405020304" pitchFamily="18" charset="0"/>
            </a:endParaRPr>
          </a:p>
        </p:txBody>
      </p:sp>
      <p:sp>
        <p:nvSpPr>
          <p:cNvPr id="6" name="流程圖: 接點 5">
            <a:extLst>
              <a:ext uri="{FF2B5EF4-FFF2-40B4-BE49-F238E27FC236}">
                <a16:creationId xmlns:a16="http://schemas.microsoft.com/office/drawing/2014/main" id="{583FD76C-7925-B6ED-A237-34ACC4EF21D1}"/>
              </a:ext>
            </a:extLst>
          </p:cNvPr>
          <p:cNvSpPr/>
          <p:nvPr/>
        </p:nvSpPr>
        <p:spPr>
          <a:xfrm>
            <a:off x="5943600" y="6180148"/>
            <a:ext cx="914400" cy="914400"/>
          </a:xfrm>
          <a:prstGeom prst="flowChartConnector">
            <a:avLst/>
          </a:prstGeom>
          <a:solidFill>
            <a:schemeClr val="bg1"/>
          </a:solidFill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4400" b="1" dirty="0">
                <a:solidFill>
                  <a:srgbClr val="FF0000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2</a:t>
            </a:r>
            <a:endParaRPr lang="zh-TW" altLang="en-US" sz="4400" b="1" dirty="0">
              <a:solidFill>
                <a:srgbClr val="FF0000"/>
              </a:solidFill>
              <a:latin typeface="Times New Roman" panose="02020603050405020304" pitchFamily="18" charset="0"/>
              <a:ea typeface="微軟正黑體" panose="020B0604030504040204" pitchFamily="34" charset="-120"/>
              <a:cs typeface="Times New Roman" panose="02020603050405020304" pitchFamily="18" charset="0"/>
            </a:endParaRPr>
          </a:p>
        </p:txBody>
      </p:sp>
      <p:sp>
        <p:nvSpPr>
          <p:cNvPr id="7" name="流程圖: 接點 6">
            <a:extLst>
              <a:ext uri="{FF2B5EF4-FFF2-40B4-BE49-F238E27FC236}">
                <a16:creationId xmlns:a16="http://schemas.microsoft.com/office/drawing/2014/main" id="{7EA162DB-8787-3CC4-44A8-026BFBD8678C}"/>
              </a:ext>
            </a:extLst>
          </p:cNvPr>
          <p:cNvSpPr/>
          <p:nvPr/>
        </p:nvSpPr>
        <p:spPr>
          <a:xfrm>
            <a:off x="13563600" y="4581331"/>
            <a:ext cx="914400" cy="914400"/>
          </a:xfrm>
          <a:prstGeom prst="flowChartConnector">
            <a:avLst/>
          </a:prstGeom>
          <a:solidFill>
            <a:schemeClr val="bg1"/>
          </a:solidFill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4400" b="1" dirty="0">
                <a:solidFill>
                  <a:srgbClr val="FF0000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3</a:t>
            </a:r>
            <a:endParaRPr lang="zh-TW" altLang="en-US" sz="4400" b="1" dirty="0">
              <a:solidFill>
                <a:srgbClr val="FF0000"/>
              </a:solidFill>
              <a:latin typeface="Times New Roman" panose="02020603050405020304" pitchFamily="18" charset="0"/>
              <a:ea typeface="微軟正黑體" panose="020B0604030504040204" pitchFamily="34" charset="-12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9873010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8A48E8AA-0EF0-4154-86F2-3DCD82EB7B8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133F845-E4A0-3649-90FB-D488CE304927}" type="slidenum">
              <a:rPr kumimoji="1" lang="zh-TW" altLang="en-US" smtClean="0"/>
              <a:pPr/>
              <a:t>20</a:t>
            </a:fld>
            <a:endParaRPr kumimoji="1" lang="zh-TW" altLang="en-US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8521938C-581E-FDA3-D837-39C77D9BB842}"/>
              </a:ext>
            </a:extLst>
          </p:cNvPr>
          <p:cNvSpPr>
            <a:spLocks noGrp="1"/>
          </p:cNvSpPr>
          <p:nvPr>
            <p:ph idx="12"/>
          </p:nvPr>
        </p:nvSpPr>
        <p:spPr/>
        <p:txBody>
          <a:bodyPr/>
          <a:lstStyle/>
          <a:p>
            <a:pPr marL="0" indent="0">
              <a:buNone/>
            </a:pPr>
            <a:r>
              <a:rPr lang="zh-TW" altLang="en-US" sz="3200" b="1" dirty="0">
                <a:latin typeface="Times New Roman" panose="02020603050405020304" pitchFamily="18" charset="0"/>
                <a:ea typeface="微軟正黑體" panose="020B0604030504040204" pitchFamily="34" charset="-120"/>
                <a:cs typeface="Noto Sans T Chinese"/>
                <a:sym typeface="Noto Sans T Chinese"/>
              </a:rPr>
              <a:t>如果無法</a:t>
            </a:r>
            <a:r>
              <a:rPr lang="en-US" altLang="zh-TW" sz="3200" b="1" dirty="0">
                <a:latin typeface="Times New Roman" panose="02020603050405020304" pitchFamily="18" charset="0"/>
                <a:ea typeface="微軟正黑體" panose="020B0604030504040204" pitchFamily="34" charset="-120"/>
                <a:cs typeface="Noto Sans T Chinese"/>
                <a:sym typeface="Noto Sans T Chinese"/>
              </a:rPr>
              <a:t>【Install】 HT32F49395_100LQGP</a:t>
            </a:r>
            <a:r>
              <a:rPr lang="zh-TW" altLang="en-US" sz="3200" b="1" dirty="0">
                <a:latin typeface="Times New Roman" panose="02020603050405020304" pitchFamily="18" charset="0"/>
                <a:ea typeface="微軟正黑體" panose="020B0604030504040204" pitchFamily="34" charset="-120"/>
                <a:cs typeface="Noto Sans T Chinese"/>
                <a:sym typeface="Noto Sans T Chinese"/>
              </a:rPr>
              <a:t>。</a:t>
            </a:r>
            <a:endParaRPr lang="en-US" altLang="zh-TW" sz="3200" b="1" dirty="0">
              <a:latin typeface="Times New Roman" panose="02020603050405020304" pitchFamily="18" charset="0"/>
              <a:ea typeface="微軟正黑體" panose="020B0604030504040204" pitchFamily="34" charset="-120"/>
              <a:cs typeface="Noto Sans T Chinese"/>
              <a:sym typeface="Noto Sans T Chinese"/>
            </a:endParaRPr>
          </a:p>
          <a:p>
            <a:endParaRPr lang="zh-TW" altLang="en-US" dirty="0"/>
          </a:p>
        </p:txBody>
      </p:sp>
      <p:grpSp>
        <p:nvGrpSpPr>
          <p:cNvPr id="7" name="群組 6">
            <a:extLst>
              <a:ext uri="{FF2B5EF4-FFF2-40B4-BE49-F238E27FC236}">
                <a16:creationId xmlns:a16="http://schemas.microsoft.com/office/drawing/2014/main" id="{608D9334-7B33-9A28-9BF8-1A1C0512BE8D}"/>
              </a:ext>
            </a:extLst>
          </p:cNvPr>
          <p:cNvGrpSpPr/>
          <p:nvPr/>
        </p:nvGrpSpPr>
        <p:grpSpPr>
          <a:xfrm>
            <a:off x="1439680" y="2247900"/>
            <a:ext cx="15408634" cy="6089651"/>
            <a:chOff x="1439680" y="2247900"/>
            <a:chExt cx="15408634" cy="6089651"/>
          </a:xfrm>
        </p:grpSpPr>
        <p:grpSp>
          <p:nvGrpSpPr>
            <p:cNvPr id="10" name="群組 9">
              <a:extLst>
                <a:ext uri="{FF2B5EF4-FFF2-40B4-BE49-F238E27FC236}">
                  <a16:creationId xmlns:a16="http://schemas.microsoft.com/office/drawing/2014/main" id="{137FAEE9-F7EE-47C7-550E-9EEB5CAA8C2D}"/>
                </a:ext>
              </a:extLst>
            </p:cNvPr>
            <p:cNvGrpSpPr/>
            <p:nvPr/>
          </p:nvGrpSpPr>
          <p:grpSpPr>
            <a:xfrm>
              <a:off x="1439680" y="2247900"/>
              <a:ext cx="15408634" cy="6089651"/>
              <a:chOff x="1812569" y="2643056"/>
              <a:chExt cx="14662862" cy="5548444"/>
            </a:xfrm>
          </p:grpSpPr>
          <p:pic>
            <p:nvPicPr>
              <p:cNvPr id="8" name="圖片 7">
                <a:extLst>
                  <a:ext uri="{FF2B5EF4-FFF2-40B4-BE49-F238E27FC236}">
                    <a16:creationId xmlns:a16="http://schemas.microsoft.com/office/drawing/2014/main" id="{DE4175DF-3FF8-A58B-1ECD-8706943B6FB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812569" y="2643056"/>
                <a:ext cx="14662862" cy="5548444"/>
              </a:xfrm>
              <a:prstGeom prst="rect">
                <a:avLst/>
              </a:prstGeom>
            </p:spPr>
          </p:pic>
          <p:sp>
            <p:nvSpPr>
              <p:cNvPr id="9" name="矩形 8">
                <a:extLst>
                  <a:ext uri="{FF2B5EF4-FFF2-40B4-BE49-F238E27FC236}">
                    <a16:creationId xmlns:a16="http://schemas.microsoft.com/office/drawing/2014/main" id="{6BAAB86C-CC5B-A064-C180-929A855990E9}"/>
                  </a:ext>
                </a:extLst>
              </p:cNvPr>
              <p:cNvSpPr/>
              <p:nvPr/>
            </p:nvSpPr>
            <p:spPr>
              <a:xfrm>
                <a:off x="10820400" y="4152900"/>
                <a:ext cx="1066800" cy="457200"/>
              </a:xfrm>
              <a:prstGeom prst="rect">
                <a:avLst/>
              </a:prstGeom>
              <a:noFill/>
              <a:ln w="76200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</p:grpSp>
        <p:cxnSp>
          <p:nvCxnSpPr>
            <p:cNvPr id="6" name="直線單箭頭接點 5">
              <a:extLst>
                <a:ext uri="{FF2B5EF4-FFF2-40B4-BE49-F238E27FC236}">
                  <a16:creationId xmlns:a16="http://schemas.microsoft.com/office/drawing/2014/main" id="{76741A20-A347-BFF7-FD64-70AD104679B1}"/>
                </a:ext>
              </a:extLst>
            </p:cNvPr>
            <p:cNvCxnSpPr/>
            <p:nvPr/>
          </p:nvCxnSpPr>
          <p:spPr>
            <a:xfrm flipH="1">
              <a:off x="12026720" y="4152900"/>
              <a:ext cx="1219200" cy="0"/>
            </a:xfrm>
            <a:prstGeom prst="straightConnector1">
              <a:avLst/>
            </a:prstGeom>
            <a:ln w="762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1" name="標題 10">
            <a:extLst>
              <a:ext uri="{FF2B5EF4-FFF2-40B4-BE49-F238E27FC236}">
                <a16:creationId xmlns:a16="http://schemas.microsoft.com/office/drawing/2014/main" id="{FC38B79C-B18E-0D8B-0217-BEB83AD9DA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TW" altLang="en-US" dirty="0"/>
              <a:t>新增 </a:t>
            </a:r>
            <a:r>
              <a:rPr lang="en-US" altLang="zh-TW" dirty="0"/>
              <a:t>HT32F49395</a:t>
            </a:r>
            <a:r>
              <a:rPr lang="zh-TW" altLang="en-US" dirty="0"/>
              <a:t> </a:t>
            </a:r>
            <a:r>
              <a:rPr lang="en-US" altLang="zh-TW" dirty="0"/>
              <a:t>Pack (1/2) </a:t>
            </a:r>
            <a:r>
              <a:rPr lang="en-US" altLang="zh-TW" dirty="0">
                <a:solidFill>
                  <a:srgbClr val="000000"/>
                </a:solidFill>
                <a:cs typeface="Noto Sans T Chinese"/>
                <a:sym typeface="Noto Sans T Chinese"/>
              </a:rPr>
              <a:t>(</a:t>
            </a:r>
            <a:r>
              <a:rPr lang="zh-TW" altLang="en-US" dirty="0">
                <a:solidFill>
                  <a:srgbClr val="000000"/>
                </a:solidFill>
                <a:cs typeface="Noto Sans T Chinese"/>
                <a:sym typeface="Noto Sans T Chinese"/>
              </a:rPr>
              <a:t>續</a:t>
            </a:r>
            <a:r>
              <a:rPr lang="en-US" altLang="zh-TW" dirty="0">
                <a:solidFill>
                  <a:srgbClr val="000000"/>
                </a:solidFill>
                <a:cs typeface="Noto Sans T Chinese"/>
                <a:sym typeface="Noto Sans T Chinese"/>
              </a:rPr>
              <a:t>)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4304896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CA16EAC6-92CD-ABCD-F987-E5CDD8FD2B6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133F845-E4A0-3649-90FB-D488CE304927}" type="slidenum">
              <a:rPr kumimoji="1" lang="zh-TW" altLang="en-US" smtClean="0"/>
              <a:pPr/>
              <a:t>21</a:t>
            </a:fld>
            <a:endParaRPr kumimoji="1" lang="zh-TW" altLang="en-US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4BC9A2F8-7DB8-87FC-CC49-ABD8010449C1}"/>
              </a:ext>
            </a:extLst>
          </p:cNvPr>
          <p:cNvSpPr>
            <a:spLocks noGrp="1"/>
          </p:cNvSpPr>
          <p:nvPr>
            <p:ph idx="12"/>
          </p:nvPr>
        </p:nvSpPr>
        <p:spPr/>
        <p:txBody>
          <a:bodyPr/>
          <a:lstStyle/>
          <a:p>
            <a:pPr marL="0" indent="817200" algn="just">
              <a:buNone/>
            </a:pPr>
            <a:r>
              <a:rPr lang="zh-TW" altLang="en-US" dirty="0"/>
              <a:t>須至盛群 </a:t>
            </a:r>
            <a:r>
              <a:rPr lang="en-US" altLang="zh-TW" dirty="0"/>
              <a:t>HT32F49395</a:t>
            </a:r>
            <a:r>
              <a:rPr lang="zh-TW" altLang="en-US" dirty="0"/>
              <a:t> 介紹官網 </a:t>
            </a:r>
            <a:r>
              <a:rPr lang="en-US" altLang="zh-TW" dirty="0"/>
              <a:t>(</a:t>
            </a:r>
            <a:r>
              <a:rPr lang="en-US" altLang="zh-TW" dirty="0">
                <a:hlinkClick r:id="rId2"/>
              </a:rPr>
              <a:t>https://www.holtek.com.tw/page/vg/HT32F49395</a:t>
            </a:r>
            <a:r>
              <a:rPr lang="en-US" altLang="zh-TW" dirty="0"/>
              <a:t>)</a:t>
            </a:r>
          </a:p>
          <a:p>
            <a:pPr marL="0" indent="0" algn="just">
              <a:buNone/>
            </a:pPr>
            <a:r>
              <a:rPr lang="zh-TW" altLang="en-US" dirty="0"/>
              <a:t>找到 </a:t>
            </a:r>
            <a:r>
              <a:rPr lang="en-US" altLang="zh-TW" dirty="0">
                <a:solidFill>
                  <a:srgbClr val="FF0000"/>
                </a:solidFill>
              </a:rPr>
              <a:t>Holtek.HT32F493x5_DFP.1.0.6.pack</a:t>
            </a:r>
            <a:r>
              <a:rPr lang="zh-TW" altLang="en-US" dirty="0">
                <a:solidFill>
                  <a:srgbClr val="FF0000"/>
                </a:solidFill>
              </a:rPr>
              <a:t> </a:t>
            </a:r>
            <a:r>
              <a:rPr lang="zh-TW" altLang="en-US" dirty="0"/>
              <a:t>點擊下載，並且安裝。</a:t>
            </a:r>
          </a:p>
          <a:p>
            <a:endParaRPr lang="zh-TW" altLang="en-US" dirty="0"/>
          </a:p>
        </p:txBody>
      </p:sp>
      <p:grpSp>
        <p:nvGrpSpPr>
          <p:cNvPr id="11" name="群組 10">
            <a:extLst>
              <a:ext uri="{FF2B5EF4-FFF2-40B4-BE49-F238E27FC236}">
                <a16:creationId xmlns:a16="http://schemas.microsoft.com/office/drawing/2014/main" id="{9921F1BB-3E49-9656-0B27-5BFE5A62A825}"/>
              </a:ext>
            </a:extLst>
          </p:cNvPr>
          <p:cNvGrpSpPr/>
          <p:nvPr/>
        </p:nvGrpSpPr>
        <p:grpSpPr>
          <a:xfrm>
            <a:off x="1201571" y="2098674"/>
            <a:ext cx="15920881" cy="6089651"/>
            <a:chOff x="1183556" y="2247900"/>
            <a:chExt cx="15920881" cy="6089651"/>
          </a:xfrm>
        </p:grpSpPr>
        <p:grpSp>
          <p:nvGrpSpPr>
            <p:cNvPr id="7" name="群組 6">
              <a:extLst>
                <a:ext uri="{FF2B5EF4-FFF2-40B4-BE49-F238E27FC236}">
                  <a16:creationId xmlns:a16="http://schemas.microsoft.com/office/drawing/2014/main" id="{33EBC03B-F41F-BBE9-EADC-31CAB5D77E64}"/>
                </a:ext>
              </a:extLst>
            </p:cNvPr>
            <p:cNvGrpSpPr/>
            <p:nvPr/>
          </p:nvGrpSpPr>
          <p:grpSpPr>
            <a:xfrm>
              <a:off x="1183556" y="2247900"/>
              <a:ext cx="15920881" cy="6089651"/>
              <a:chOff x="1183556" y="2247900"/>
              <a:chExt cx="15920881" cy="6089651"/>
            </a:xfrm>
          </p:grpSpPr>
          <p:pic>
            <p:nvPicPr>
              <p:cNvPr id="8" name="圖片 7">
                <a:extLst>
                  <a:ext uri="{FF2B5EF4-FFF2-40B4-BE49-F238E27FC236}">
                    <a16:creationId xmlns:a16="http://schemas.microsoft.com/office/drawing/2014/main" id="{31F97DA9-3F55-B43F-E22E-B0E8730C65A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183556" y="2247900"/>
                <a:ext cx="15920881" cy="6089651"/>
              </a:xfrm>
              <a:prstGeom prst="rect">
                <a:avLst/>
              </a:prstGeom>
            </p:spPr>
          </p:pic>
          <p:sp>
            <p:nvSpPr>
              <p:cNvPr id="6" name="矩形 5">
                <a:extLst>
                  <a:ext uri="{FF2B5EF4-FFF2-40B4-BE49-F238E27FC236}">
                    <a16:creationId xmlns:a16="http://schemas.microsoft.com/office/drawing/2014/main" id="{77785C88-D280-6B55-9B88-4BA1FD29A49D}"/>
                  </a:ext>
                </a:extLst>
              </p:cNvPr>
              <p:cNvSpPr/>
              <p:nvPr/>
            </p:nvSpPr>
            <p:spPr>
              <a:xfrm>
                <a:off x="1905000" y="7734300"/>
                <a:ext cx="3200400" cy="465921"/>
              </a:xfrm>
              <a:prstGeom prst="rect">
                <a:avLst/>
              </a:prstGeom>
              <a:noFill/>
              <a:ln w="76200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</p:grpSp>
        <p:cxnSp>
          <p:nvCxnSpPr>
            <p:cNvPr id="9" name="直線單箭頭接點 8">
              <a:extLst>
                <a:ext uri="{FF2B5EF4-FFF2-40B4-BE49-F238E27FC236}">
                  <a16:creationId xmlns:a16="http://schemas.microsoft.com/office/drawing/2014/main" id="{D722EE2C-1566-C417-50F9-DE95FB812BC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105400" y="7962900"/>
              <a:ext cx="1143000" cy="0"/>
            </a:xfrm>
            <a:prstGeom prst="straightConnector1">
              <a:avLst/>
            </a:prstGeom>
            <a:ln w="762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0" name="標題 9">
            <a:extLst>
              <a:ext uri="{FF2B5EF4-FFF2-40B4-BE49-F238E27FC236}">
                <a16:creationId xmlns:a16="http://schemas.microsoft.com/office/drawing/2014/main" id="{A9EBE01C-59E3-263C-A5B9-B457F899D6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TW" altLang="en-US" dirty="0"/>
              <a:t>新增 </a:t>
            </a:r>
            <a:r>
              <a:rPr lang="en-US" altLang="zh-TW" dirty="0"/>
              <a:t>HT32F49395</a:t>
            </a:r>
            <a:r>
              <a:rPr lang="zh-TW" altLang="en-US" dirty="0"/>
              <a:t> </a:t>
            </a:r>
            <a:r>
              <a:rPr lang="en-US" altLang="zh-TW" dirty="0"/>
              <a:t>Pack (1/2) </a:t>
            </a:r>
            <a:r>
              <a:rPr lang="en-US" altLang="zh-TW" dirty="0">
                <a:solidFill>
                  <a:srgbClr val="000000"/>
                </a:solidFill>
                <a:cs typeface="Noto Sans T Chinese"/>
                <a:sym typeface="Noto Sans T Chinese"/>
              </a:rPr>
              <a:t>(</a:t>
            </a:r>
            <a:r>
              <a:rPr lang="zh-TW" altLang="en-US" dirty="0">
                <a:solidFill>
                  <a:srgbClr val="000000"/>
                </a:solidFill>
                <a:cs typeface="Noto Sans T Chinese"/>
                <a:sym typeface="Noto Sans T Chinese"/>
              </a:rPr>
              <a:t>續</a:t>
            </a:r>
            <a:r>
              <a:rPr lang="en-US" altLang="zh-TW" dirty="0">
                <a:solidFill>
                  <a:srgbClr val="000000"/>
                </a:solidFill>
                <a:cs typeface="Noto Sans T Chinese"/>
                <a:sym typeface="Noto Sans T Chinese"/>
              </a:rPr>
              <a:t>)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50229678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193F71F9-98CE-CB32-E2C1-642A237AF4B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133F845-E4A0-3649-90FB-D488CE304927}" type="slidenum">
              <a:rPr kumimoji="1" lang="zh-TW" altLang="en-US" smtClean="0"/>
              <a:pPr/>
              <a:t>22</a:t>
            </a:fld>
            <a:endParaRPr kumimoji="1" lang="zh-TW" altLang="en-US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AD2A6014-F998-0685-A26F-726B2F956DCD}"/>
              </a:ext>
            </a:extLst>
          </p:cNvPr>
          <p:cNvSpPr>
            <a:spLocks noGrp="1"/>
          </p:cNvSpPr>
          <p:nvPr>
            <p:ph idx="12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zh-TW" sz="3200" b="1" dirty="0">
                <a:solidFill>
                  <a:srgbClr val="000000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Noto Sans T Chinese"/>
                <a:sym typeface="Noto Sans T Chinese"/>
              </a:rPr>
              <a:t>Holtek.HT32F493x5_DFP.1.0.6.pack</a:t>
            </a:r>
            <a:r>
              <a:rPr lang="zh-TW" altLang="en-US" sz="3200" b="1" dirty="0">
                <a:solidFill>
                  <a:srgbClr val="000000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Noto Sans T Chinese"/>
                <a:sym typeface="Noto Sans T Chinese"/>
              </a:rPr>
              <a:t> 檔安裝成功</a:t>
            </a:r>
            <a:r>
              <a:rPr lang="zh-TW" altLang="en-US" dirty="0">
                <a:solidFill>
                  <a:srgbClr val="000000"/>
                </a:solidFill>
                <a:cs typeface="Noto Sans T Chinese"/>
                <a:sym typeface="Noto Sans T Chinese"/>
              </a:rPr>
              <a:t>畫面</a:t>
            </a:r>
            <a:r>
              <a:rPr lang="zh-TW" altLang="en-US" sz="3200" b="1" dirty="0">
                <a:solidFill>
                  <a:srgbClr val="000000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Noto Sans T Chinese"/>
                <a:sym typeface="Noto Sans T Chinese"/>
              </a:rPr>
              <a:t>。</a:t>
            </a:r>
            <a:endParaRPr lang="en-US" altLang="zh-TW" sz="3200" b="1" dirty="0">
              <a:solidFill>
                <a:srgbClr val="000000"/>
              </a:solidFill>
              <a:latin typeface="Times New Roman" panose="02020603050405020304" pitchFamily="18" charset="0"/>
              <a:ea typeface="微軟正黑體" panose="020B0604030504040204" pitchFamily="34" charset="-120"/>
              <a:cs typeface="Noto Sans T Chinese"/>
              <a:sym typeface="Noto Sans T Chinese"/>
            </a:endParaRPr>
          </a:p>
          <a:p>
            <a:endParaRPr lang="zh-TW" altLang="en-US" dirty="0"/>
          </a:p>
        </p:txBody>
      </p:sp>
      <p:grpSp>
        <p:nvGrpSpPr>
          <p:cNvPr id="6" name="群組 5">
            <a:extLst>
              <a:ext uri="{FF2B5EF4-FFF2-40B4-BE49-F238E27FC236}">
                <a16:creationId xmlns:a16="http://schemas.microsoft.com/office/drawing/2014/main" id="{B20BA54B-CD02-2404-D175-23CBCCB819F3}"/>
              </a:ext>
            </a:extLst>
          </p:cNvPr>
          <p:cNvGrpSpPr/>
          <p:nvPr/>
        </p:nvGrpSpPr>
        <p:grpSpPr>
          <a:xfrm>
            <a:off x="1257300" y="2822244"/>
            <a:ext cx="15773397" cy="5190067"/>
            <a:chOff x="1257300" y="2822244"/>
            <a:chExt cx="15773397" cy="5190067"/>
          </a:xfrm>
        </p:grpSpPr>
        <p:grpSp>
          <p:nvGrpSpPr>
            <p:cNvPr id="10" name="群組 9">
              <a:extLst>
                <a:ext uri="{FF2B5EF4-FFF2-40B4-BE49-F238E27FC236}">
                  <a16:creationId xmlns:a16="http://schemas.microsoft.com/office/drawing/2014/main" id="{9F3AB479-AC31-58D6-9E51-325C76B6A5C4}"/>
                </a:ext>
              </a:extLst>
            </p:cNvPr>
            <p:cNvGrpSpPr/>
            <p:nvPr/>
          </p:nvGrpSpPr>
          <p:grpSpPr>
            <a:xfrm>
              <a:off x="1257300" y="2822244"/>
              <a:ext cx="15773397" cy="5190067"/>
              <a:chOff x="1257300" y="2822244"/>
              <a:chExt cx="15773397" cy="5190067"/>
            </a:xfrm>
          </p:grpSpPr>
          <p:pic>
            <p:nvPicPr>
              <p:cNvPr id="8" name="圖片 7">
                <a:extLst>
                  <a:ext uri="{FF2B5EF4-FFF2-40B4-BE49-F238E27FC236}">
                    <a16:creationId xmlns:a16="http://schemas.microsoft.com/office/drawing/2014/main" id="{110F6586-9982-1405-A60F-127A04C17FC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257300" y="2822244"/>
                <a:ext cx="15773397" cy="5190067"/>
              </a:xfrm>
              <a:prstGeom prst="rect">
                <a:avLst/>
              </a:prstGeom>
            </p:spPr>
          </p:pic>
          <p:sp>
            <p:nvSpPr>
              <p:cNvPr id="9" name="矩形 8">
                <a:extLst>
                  <a:ext uri="{FF2B5EF4-FFF2-40B4-BE49-F238E27FC236}">
                    <a16:creationId xmlns:a16="http://schemas.microsoft.com/office/drawing/2014/main" id="{0CC7FCC3-AD90-8B12-9CE0-85196779B9DC}"/>
                  </a:ext>
                </a:extLst>
              </p:cNvPr>
              <p:cNvSpPr/>
              <p:nvPr/>
            </p:nvSpPr>
            <p:spPr>
              <a:xfrm>
                <a:off x="11125200" y="4381500"/>
                <a:ext cx="1143000" cy="457200"/>
              </a:xfrm>
              <a:prstGeom prst="rect">
                <a:avLst/>
              </a:prstGeom>
              <a:noFill/>
              <a:ln w="76200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</p:grpSp>
        <p:cxnSp>
          <p:nvCxnSpPr>
            <p:cNvPr id="4" name="直線單箭頭接點 3">
              <a:extLst>
                <a:ext uri="{FF2B5EF4-FFF2-40B4-BE49-F238E27FC236}">
                  <a16:creationId xmlns:a16="http://schemas.microsoft.com/office/drawing/2014/main" id="{D722EE2C-1566-C417-50F9-DE95FB812BC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2268200" y="4610100"/>
              <a:ext cx="1143000" cy="0"/>
            </a:xfrm>
            <a:prstGeom prst="straightConnector1">
              <a:avLst/>
            </a:prstGeom>
            <a:ln w="762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1" name="標題 10">
            <a:extLst>
              <a:ext uri="{FF2B5EF4-FFF2-40B4-BE49-F238E27FC236}">
                <a16:creationId xmlns:a16="http://schemas.microsoft.com/office/drawing/2014/main" id="{B5D08230-A05A-D542-BBE9-5A439300B8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TW" altLang="en-US" dirty="0"/>
              <a:t>新增 </a:t>
            </a:r>
            <a:r>
              <a:rPr lang="en-US" altLang="zh-TW" dirty="0"/>
              <a:t>HT32F49395</a:t>
            </a:r>
            <a:r>
              <a:rPr lang="zh-TW" altLang="en-US" dirty="0"/>
              <a:t> </a:t>
            </a:r>
            <a:r>
              <a:rPr lang="en-US" altLang="zh-TW" dirty="0"/>
              <a:t>Pack </a:t>
            </a:r>
            <a:r>
              <a:rPr lang="en-US" altLang="zh-TW" dirty="0">
                <a:solidFill>
                  <a:srgbClr val="000000"/>
                </a:solidFill>
                <a:cs typeface="Noto Sans T Chinese"/>
                <a:sym typeface="Noto Sans T Chinese"/>
              </a:rPr>
              <a:t>(2/2)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404268542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標題 4">
            <a:extLst>
              <a:ext uri="{FF2B5EF4-FFF2-40B4-BE49-F238E27FC236}">
                <a16:creationId xmlns:a16="http://schemas.microsoft.com/office/drawing/2014/main" id="{F528DB31-E7A4-EC9D-044C-1A821CC53A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marL="0" lvl="0" indent="0">
              <a:lnSpc>
                <a:spcPts val="7699"/>
              </a:lnSpc>
            </a:pPr>
            <a:r>
              <a:rPr lang="zh-TW" altLang="en-US" dirty="0"/>
              <a:t>修改 </a:t>
            </a:r>
            <a:r>
              <a:rPr lang="en-US" altLang="zh-TW" dirty="0"/>
              <a:t>Keil</a:t>
            </a:r>
            <a:r>
              <a:rPr lang="zh-TW" altLang="en-US" dirty="0"/>
              <a:t> 編譯器版本</a:t>
            </a:r>
          </a:p>
        </p:txBody>
      </p:sp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193F71F9-98CE-CB32-E2C1-642A237AF4B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133F845-E4A0-3649-90FB-D488CE304927}" type="slidenum">
              <a:rPr kumimoji="1" lang="zh-TW" alt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23</a:t>
            </a:fld>
            <a:endParaRPr kumimoji="1" lang="zh-TW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AD2A6014-F998-0685-A26F-726B2F956DCD}"/>
              </a:ext>
            </a:extLst>
          </p:cNvPr>
          <p:cNvSpPr>
            <a:spLocks noGrp="1"/>
          </p:cNvSpPr>
          <p:nvPr>
            <p:ph idx="12"/>
          </p:nvPr>
        </p:nvSpPr>
        <p:spPr/>
        <p:txBody>
          <a:bodyPr/>
          <a:lstStyle/>
          <a:p>
            <a:pPr indent="817200" algn="just"/>
            <a:r>
              <a:rPr lang="zh-TW" altLang="en-US" dirty="0"/>
              <a:t>點擊上方工具列的       </a:t>
            </a:r>
            <a:r>
              <a:rPr lang="en-US" altLang="zh-TW" dirty="0"/>
              <a:t>【Options for Target】 →</a:t>
            </a:r>
            <a:r>
              <a:rPr lang="zh-TW" altLang="en-US" dirty="0"/>
              <a:t> 點擊 </a:t>
            </a:r>
            <a:r>
              <a:rPr lang="en-US" altLang="zh-TW" dirty="0"/>
              <a:t>Target →</a:t>
            </a:r>
            <a:r>
              <a:rPr lang="zh-TW" altLang="en-US" dirty="0"/>
              <a:t> </a:t>
            </a:r>
            <a:r>
              <a:rPr lang="zh-TW" altLang="en-US" dirty="0">
                <a:solidFill>
                  <a:srgbClr val="000000"/>
                </a:solidFill>
                <a:sym typeface="Noto Sans T Chinese"/>
              </a:rPr>
              <a:t>將 </a:t>
            </a:r>
            <a:r>
              <a:rPr lang="en-US" altLang="zh-TW" dirty="0">
                <a:solidFill>
                  <a:srgbClr val="000000"/>
                </a:solidFill>
                <a:sym typeface="Noto Sans T Chinese"/>
              </a:rPr>
              <a:t>ARM Compiler </a:t>
            </a:r>
            <a:r>
              <a:rPr lang="zh-TW" altLang="en-US" dirty="0">
                <a:solidFill>
                  <a:srgbClr val="000000"/>
                </a:solidFill>
                <a:sym typeface="Noto Sans T Chinese"/>
              </a:rPr>
              <a:t>更改為 </a:t>
            </a:r>
            <a:r>
              <a:rPr lang="en-US" altLang="zh-TW" dirty="0">
                <a:solidFill>
                  <a:srgbClr val="FF0000"/>
                </a:solidFill>
                <a:sym typeface="Noto Sans T Chinese"/>
              </a:rPr>
              <a:t>Use default compiler version</a:t>
            </a:r>
            <a:r>
              <a:rPr lang="zh-TW" altLang="en-US" dirty="0">
                <a:solidFill>
                  <a:srgbClr val="FF0000"/>
                </a:solidFill>
                <a:sym typeface="Noto Sans T Chinese"/>
              </a:rPr>
              <a:t> </a:t>
            </a:r>
            <a:r>
              <a:rPr lang="en-US" altLang="zh-TW" dirty="0">
                <a:solidFill>
                  <a:srgbClr val="FF0000"/>
                </a:solidFill>
                <a:sym typeface="Noto Sans T Chinese"/>
              </a:rPr>
              <a:t>6</a:t>
            </a:r>
            <a:r>
              <a:rPr lang="zh-TW" altLang="en-US" dirty="0">
                <a:solidFill>
                  <a:srgbClr val="000000"/>
                </a:solidFill>
                <a:sym typeface="Noto Sans T Chinese"/>
              </a:rPr>
              <a:t>。</a:t>
            </a:r>
            <a:endParaRPr lang="en-US" altLang="zh-TW" sz="3200" b="1" dirty="0">
              <a:solidFill>
                <a:srgbClr val="000000"/>
              </a:solidFill>
              <a:sym typeface="Noto Sans T Chinese"/>
            </a:endParaRPr>
          </a:p>
        </p:txBody>
      </p:sp>
      <p:grpSp>
        <p:nvGrpSpPr>
          <p:cNvPr id="21" name="群組 20">
            <a:extLst>
              <a:ext uri="{FF2B5EF4-FFF2-40B4-BE49-F238E27FC236}">
                <a16:creationId xmlns:a16="http://schemas.microsoft.com/office/drawing/2014/main" id="{D86BDA39-6522-4D9A-4CC4-A6382C5E6668}"/>
              </a:ext>
            </a:extLst>
          </p:cNvPr>
          <p:cNvGrpSpPr/>
          <p:nvPr/>
        </p:nvGrpSpPr>
        <p:grpSpPr>
          <a:xfrm>
            <a:off x="4946702" y="1987292"/>
            <a:ext cx="8394593" cy="6312047"/>
            <a:chOff x="4946702" y="1987292"/>
            <a:chExt cx="8394593" cy="6312047"/>
          </a:xfrm>
        </p:grpSpPr>
        <p:pic>
          <p:nvPicPr>
            <p:cNvPr id="18" name="圖片 17" descr="一張含有 文字, 螢幕擷取畫面, 數字, 字型 的圖片&#10;&#10;AI 產生的內容可能不正確。">
              <a:extLst>
                <a:ext uri="{FF2B5EF4-FFF2-40B4-BE49-F238E27FC236}">
                  <a16:creationId xmlns:a16="http://schemas.microsoft.com/office/drawing/2014/main" id="{F434994A-0105-B132-5994-1DABC75B3CB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946702" y="1987292"/>
              <a:ext cx="8394593" cy="6312047"/>
            </a:xfrm>
            <a:prstGeom prst="rect">
              <a:avLst/>
            </a:prstGeom>
          </p:spPr>
        </p:pic>
        <p:sp>
          <p:nvSpPr>
            <p:cNvPr id="12" name="矩形 11">
              <a:extLst>
                <a:ext uri="{FF2B5EF4-FFF2-40B4-BE49-F238E27FC236}">
                  <a16:creationId xmlns:a16="http://schemas.microsoft.com/office/drawing/2014/main" id="{87F0A66C-C49A-DF69-1980-31D92BE34B42}"/>
                </a:ext>
              </a:extLst>
            </p:cNvPr>
            <p:cNvSpPr/>
            <p:nvPr/>
          </p:nvSpPr>
          <p:spPr>
            <a:xfrm>
              <a:off x="9296400" y="3009900"/>
              <a:ext cx="3810000" cy="838200"/>
            </a:xfrm>
            <a:prstGeom prst="rect">
              <a:avLst/>
            </a:prstGeom>
            <a:noFill/>
            <a:ln w="76200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14" name="直線單箭頭接點 13">
              <a:extLst>
                <a:ext uri="{FF2B5EF4-FFF2-40B4-BE49-F238E27FC236}">
                  <a16:creationId xmlns:a16="http://schemas.microsoft.com/office/drawing/2014/main" id="{CA4B2DCA-1CEA-0BBE-76DE-77BAD2306F44}"/>
                </a:ext>
              </a:extLst>
            </p:cNvPr>
            <p:cNvCxnSpPr>
              <a:cxnSpLocks/>
              <a:endCxn id="12" idx="1"/>
            </p:cNvCxnSpPr>
            <p:nvPr/>
          </p:nvCxnSpPr>
          <p:spPr>
            <a:xfrm>
              <a:off x="8458200" y="3429000"/>
              <a:ext cx="838200" cy="0"/>
            </a:xfrm>
            <a:prstGeom prst="straightConnector1">
              <a:avLst/>
            </a:prstGeom>
            <a:ln w="762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9" name="圖片 8">
            <a:extLst>
              <a:ext uri="{FF2B5EF4-FFF2-40B4-BE49-F238E27FC236}">
                <a16:creationId xmlns:a16="http://schemas.microsoft.com/office/drawing/2014/main" id="{4D2633E9-04A9-B037-AED4-E7D0A41361B6}"/>
              </a:ext>
            </a:extLst>
          </p:cNvPr>
          <p:cNvPicPr/>
          <p:nvPr/>
        </p:nvPicPr>
        <p:blipFill>
          <a:blip r:embed="rId3"/>
          <a:stretch>
            <a:fillRect/>
          </a:stretch>
        </p:blipFill>
        <p:spPr>
          <a:xfrm>
            <a:off x="5623151" y="8487503"/>
            <a:ext cx="574040" cy="562610"/>
          </a:xfrm>
          <a:prstGeom prst="rect">
            <a:avLst/>
          </a:prstGeom>
        </p:spPr>
      </p:pic>
      <p:sp>
        <p:nvSpPr>
          <p:cNvPr id="10" name="矩形 9">
            <a:extLst>
              <a:ext uri="{FF2B5EF4-FFF2-40B4-BE49-F238E27FC236}">
                <a16:creationId xmlns:a16="http://schemas.microsoft.com/office/drawing/2014/main" id="{87F0A66C-C49A-DF69-1980-31D92BE34B42}"/>
              </a:ext>
            </a:extLst>
          </p:cNvPr>
          <p:cNvSpPr/>
          <p:nvPr/>
        </p:nvSpPr>
        <p:spPr>
          <a:xfrm>
            <a:off x="5641947" y="2411335"/>
            <a:ext cx="755705" cy="429836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1" name="直線單箭頭接點 10">
            <a:extLst>
              <a:ext uri="{FF2B5EF4-FFF2-40B4-BE49-F238E27FC236}">
                <a16:creationId xmlns:a16="http://schemas.microsoft.com/office/drawing/2014/main" id="{CA4B2DCA-1CEA-0BBE-76DE-77BAD2306F44}"/>
              </a:ext>
            </a:extLst>
          </p:cNvPr>
          <p:cNvCxnSpPr>
            <a:cxnSpLocks/>
          </p:cNvCxnSpPr>
          <p:nvPr/>
        </p:nvCxnSpPr>
        <p:spPr>
          <a:xfrm flipV="1">
            <a:off x="6019800" y="2857500"/>
            <a:ext cx="0" cy="571500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橢圓 14"/>
          <p:cNvSpPr/>
          <p:nvPr/>
        </p:nvSpPr>
        <p:spPr>
          <a:xfrm>
            <a:off x="5731395" y="3457303"/>
            <a:ext cx="576808" cy="592007"/>
          </a:xfrm>
          <a:prstGeom prst="ellipse">
            <a:avLst/>
          </a:prstGeom>
          <a:solidFill>
            <a:schemeClr val="bg1"/>
          </a:solidFill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2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zh-TW" altLang="en-US" sz="28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橢圓 15"/>
          <p:cNvSpPr/>
          <p:nvPr/>
        </p:nvSpPr>
        <p:spPr>
          <a:xfrm>
            <a:off x="7924799" y="3132996"/>
            <a:ext cx="576808" cy="592007"/>
          </a:xfrm>
          <a:prstGeom prst="ellipse">
            <a:avLst/>
          </a:prstGeom>
          <a:solidFill>
            <a:schemeClr val="bg1"/>
          </a:solidFill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2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lang="zh-TW" altLang="en-US" sz="28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流程圖: 接點 3">
            <a:extLst>
              <a:ext uri="{FF2B5EF4-FFF2-40B4-BE49-F238E27FC236}">
                <a16:creationId xmlns:a16="http://schemas.microsoft.com/office/drawing/2014/main" id="{705C5A5F-BD69-89E2-8034-B1D5E428FB4F}"/>
              </a:ext>
            </a:extLst>
          </p:cNvPr>
          <p:cNvSpPr/>
          <p:nvPr/>
        </p:nvSpPr>
        <p:spPr>
          <a:xfrm>
            <a:off x="5562599" y="3445329"/>
            <a:ext cx="914400" cy="914400"/>
          </a:xfrm>
          <a:prstGeom prst="flowChartConnector">
            <a:avLst/>
          </a:prstGeom>
          <a:solidFill>
            <a:schemeClr val="bg1"/>
          </a:solidFill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4400" b="1" dirty="0">
                <a:solidFill>
                  <a:srgbClr val="FF0000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1</a:t>
            </a:r>
            <a:endParaRPr lang="zh-TW" altLang="en-US" sz="4400" b="1" dirty="0">
              <a:solidFill>
                <a:srgbClr val="FF0000"/>
              </a:solidFill>
              <a:latin typeface="Times New Roman" panose="02020603050405020304" pitchFamily="18" charset="0"/>
              <a:ea typeface="微軟正黑體" panose="020B0604030504040204" pitchFamily="34" charset="-120"/>
              <a:cs typeface="Times New Roman" panose="02020603050405020304" pitchFamily="18" charset="0"/>
            </a:endParaRPr>
          </a:p>
        </p:txBody>
      </p:sp>
      <p:sp>
        <p:nvSpPr>
          <p:cNvPr id="6" name="流程圖: 接點 5">
            <a:extLst>
              <a:ext uri="{FF2B5EF4-FFF2-40B4-BE49-F238E27FC236}">
                <a16:creationId xmlns:a16="http://schemas.microsoft.com/office/drawing/2014/main" id="{4DDBFDE2-810D-A4D7-9F41-380C4D5EC885}"/>
              </a:ext>
            </a:extLst>
          </p:cNvPr>
          <p:cNvSpPr/>
          <p:nvPr/>
        </p:nvSpPr>
        <p:spPr>
          <a:xfrm>
            <a:off x="7734300" y="2971799"/>
            <a:ext cx="914400" cy="914400"/>
          </a:xfrm>
          <a:prstGeom prst="flowChartConnector">
            <a:avLst/>
          </a:prstGeom>
          <a:solidFill>
            <a:schemeClr val="bg1"/>
          </a:solidFill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4400" b="1" dirty="0">
                <a:solidFill>
                  <a:srgbClr val="FF0000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2</a:t>
            </a:r>
            <a:endParaRPr lang="zh-TW" altLang="en-US" sz="4400" b="1" dirty="0">
              <a:solidFill>
                <a:srgbClr val="FF0000"/>
              </a:solidFill>
              <a:latin typeface="Times New Roman" panose="02020603050405020304" pitchFamily="18" charset="0"/>
              <a:ea typeface="微軟正黑體" panose="020B0604030504040204" pitchFamily="34" charset="-12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8858927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標題 2">
            <a:extLst>
              <a:ext uri="{FF2B5EF4-FFF2-40B4-BE49-F238E27FC236}">
                <a16:creationId xmlns:a16="http://schemas.microsoft.com/office/drawing/2014/main" id="{D3D2EDF7-74F0-5B5A-0930-EA1D01056D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修改</a:t>
            </a:r>
            <a:r>
              <a:rPr lang="en-US" altLang="zh-TW" dirty="0"/>
              <a:t> ht32f493x5_board</a:t>
            </a:r>
            <a:r>
              <a:rPr lang="zh-TW" altLang="en-US" dirty="0"/>
              <a:t> 檔案 </a:t>
            </a:r>
            <a:r>
              <a:rPr lang="en-US" altLang="zh-TW" dirty="0"/>
              <a:t>(1/5)</a:t>
            </a:r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9C176D3B-C71D-0E42-3D1C-C48077C5743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133F845-E4A0-3649-90FB-D488CE304927}" type="slidenum">
              <a:rPr kumimoji="1" lang="zh-TW" altLang="en-US" smtClean="0"/>
              <a:pPr/>
              <a:t>24</a:t>
            </a:fld>
            <a:endParaRPr kumimoji="1" lang="zh-TW" altLang="en-US"/>
          </a:p>
        </p:txBody>
      </p:sp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AFB8FB94-5687-BC44-269C-A4634100D4EF}"/>
              </a:ext>
            </a:extLst>
          </p:cNvPr>
          <p:cNvSpPr>
            <a:spLocks noGrp="1"/>
          </p:cNvSpPr>
          <p:nvPr>
            <p:ph idx="12"/>
          </p:nvPr>
        </p:nvSpPr>
        <p:spPr/>
        <p:txBody>
          <a:bodyPr/>
          <a:lstStyle/>
          <a:p>
            <a:pPr indent="817200" algn="just"/>
            <a:r>
              <a:rPr lang="en-US" altLang="zh-TW" dirty="0"/>
              <a:t>ESK32-AE401</a:t>
            </a:r>
            <a:r>
              <a:rPr lang="zh-TW" altLang="en-US" dirty="0"/>
              <a:t> </a:t>
            </a:r>
            <a:r>
              <a:rPr lang="en-US" altLang="zh-TW" dirty="0"/>
              <a:t>(</a:t>
            </a:r>
            <a:r>
              <a:rPr lang="zh-TW" altLang="en-US" dirty="0"/>
              <a:t>新 </a:t>
            </a:r>
            <a:r>
              <a:rPr lang="en-US" altLang="zh-TW" dirty="0"/>
              <a:t>Tiny ML</a:t>
            </a:r>
            <a:r>
              <a:rPr lang="zh-TW" altLang="en-US" dirty="0"/>
              <a:t> 板</a:t>
            </a:r>
            <a:r>
              <a:rPr lang="en-US" altLang="zh-TW" dirty="0"/>
              <a:t>) </a:t>
            </a:r>
            <a:r>
              <a:rPr lang="zh-TW" altLang="en-US" dirty="0"/>
              <a:t>與 </a:t>
            </a:r>
            <a:r>
              <a:rPr lang="en-US" altLang="zh-TW" dirty="0"/>
              <a:t>ESK32-31401</a:t>
            </a:r>
            <a:r>
              <a:rPr lang="zh-TW" altLang="en-US" dirty="0"/>
              <a:t> 電路規劃不同，因此需先修改 </a:t>
            </a:r>
            <a:r>
              <a:rPr lang="en-US" altLang="zh-TW" dirty="0">
                <a:solidFill>
                  <a:srgbClr val="FF0000"/>
                </a:solidFill>
              </a:rPr>
              <a:t>ht32f493x5_board.c</a:t>
            </a:r>
            <a:r>
              <a:rPr lang="zh-TW" altLang="en-US" dirty="0"/>
              <a:t>、</a:t>
            </a:r>
            <a:r>
              <a:rPr lang="en-US" altLang="zh-TW" dirty="0"/>
              <a:t> </a:t>
            </a:r>
            <a:r>
              <a:rPr lang="en-US" altLang="zh-TW" dirty="0">
                <a:solidFill>
                  <a:srgbClr val="FF0000"/>
                </a:solidFill>
              </a:rPr>
              <a:t>ht32f493x5_board.h </a:t>
            </a:r>
            <a:r>
              <a:rPr lang="zh-TW" altLang="en-US" dirty="0"/>
              <a:t>檔案才能夠正常執行 </a:t>
            </a:r>
            <a:r>
              <a:rPr lang="en-US" altLang="zh-TW" dirty="0" err="1"/>
              <a:t>led_toggle</a:t>
            </a:r>
            <a:r>
              <a:rPr lang="zh-TW" altLang="en-US" dirty="0"/>
              <a:t> 程式。</a:t>
            </a:r>
          </a:p>
          <a:p>
            <a:pPr algn="just"/>
            <a:endParaRPr lang="zh-TW" altLang="en-US" dirty="0"/>
          </a:p>
        </p:txBody>
      </p:sp>
      <p:pic>
        <p:nvPicPr>
          <p:cNvPr id="7" name="圖片 6">
            <a:extLst>
              <a:ext uri="{FF2B5EF4-FFF2-40B4-BE49-F238E27FC236}">
                <a16:creationId xmlns:a16="http://schemas.microsoft.com/office/drawing/2014/main" id="{523BD8A8-000E-E928-5973-BE0F595482B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52865" y="1976839"/>
            <a:ext cx="11182269" cy="6333321"/>
          </a:xfrm>
          <a:prstGeom prst="rect">
            <a:avLst/>
          </a:prstGeom>
        </p:spPr>
      </p:pic>
      <p:sp>
        <p:nvSpPr>
          <p:cNvPr id="9" name="矩形 8">
            <a:extLst>
              <a:ext uri="{FF2B5EF4-FFF2-40B4-BE49-F238E27FC236}">
                <a16:creationId xmlns:a16="http://schemas.microsoft.com/office/drawing/2014/main" id="{78C53850-42DA-545C-C830-D3919DF0E817}"/>
              </a:ext>
            </a:extLst>
          </p:cNvPr>
          <p:cNvSpPr/>
          <p:nvPr/>
        </p:nvSpPr>
        <p:spPr>
          <a:xfrm>
            <a:off x="4198620" y="3552190"/>
            <a:ext cx="1720850" cy="239336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69B23423-FDBC-287C-45A1-034B472C87FE}"/>
              </a:ext>
            </a:extLst>
          </p:cNvPr>
          <p:cNvSpPr/>
          <p:nvPr/>
        </p:nvSpPr>
        <p:spPr>
          <a:xfrm>
            <a:off x="4495800" y="4540250"/>
            <a:ext cx="1416050" cy="239336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12" name="直線單箭頭接點 11">
            <a:extLst>
              <a:ext uri="{FF2B5EF4-FFF2-40B4-BE49-F238E27FC236}">
                <a16:creationId xmlns:a16="http://schemas.microsoft.com/office/drawing/2014/main" id="{789AABB7-058B-CE0E-0B39-CB56BF4DFBD9}"/>
              </a:ext>
            </a:extLst>
          </p:cNvPr>
          <p:cNvCxnSpPr>
            <a:cxnSpLocks/>
            <a:endCxn id="9" idx="3"/>
          </p:cNvCxnSpPr>
          <p:nvPr/>
        </p:nvCxnSpPr>
        <p:spPr>
          <a:xfrm flipH="1">
            <a:off x="5919470" y="3671858"/>
            <a:ext cx="793750" cy="0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線單箭頭接點 14">
            <a:extLst>
              <a:ext uri="{FF2B5EF4-FFF2-40B4-BE49-F238E27FC236}">
                <a16:creationId xmlns:a16="http://schemas.microsoft.com/office/drawing/2014/main" id="{AAFC7AE1-2276-DCB3-A504-0B7150E7B595}"/>
              </a:ext>
            </a:extLst>
          </p:cNvPr>
          <p:cNvCxnSpPr>
            <a:cxnSpLocks/>
            <a:endCxn id="11" idx="3"/>
          </p:cNvCxnSpPr>
          <p:nvPr/>
        </p:nvCxnSpPr>
        <p:spPr>
          <a:xfrm flipH="1">
            <a:off x="5911850" y="4659918"/>
            <a:ext cx="793750" cy="0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8937017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148F40-E538-C45A-1D4F-430638287A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71EBC06C-55C4-1FB5-ACE7-FB3D90E3ACD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133F845-E4A0-3649-90FB-D488CE304927}" type="slidenum">
              <a:rPr kumimoji="1" lang="zh-TW" altLang="en-US" smtClean="0"/>
              <a:pPr/>
              <a:t>25</a:t>
            </a:fld>
            <a:endParaRPr kumimoji="1" lang="zh-TW" altLang="en-US"/>
          </a:p>
        </p:txBody>
      </p:sp>
      <p:sp>
        <p:nvSpPr>
          <p:cNvPr id="11" name="標題 10">
            <a:extLst>
              <a:ext uri="{FF2B5EF4-FFF2-40B4-BE49-F238E27FC236}">
                <a16:creationId xmlns:a16="http://schemas.microsoft.com/office/drawing/2014/main" id="{E8FDF0C3-A5C3-ACA0-5E5A-31F024A19E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TW" altLang="en-US" dirty="0"/>
              <a:t>修改</a:t>
            </a:r>
            <a:r>
              <a:rPr lang="en-US" altLang="zh-TW" dirty="0"/>
              <a:t> ht32f493x5_board</a:t>
            </a:r>
            <a:r>
              <a:rPr lang="zh-TW" altLang="en-US" dirty="0"/>
              <a:t> 檔案 </a:t>
            </a:r>
            <a:r>
              <a:rPr lang="en-US" altLang="zh-TW" dirty="0"/>
              <a:t>(2/5)</a:t>
            </a:r>
            <a:endParaRPr lang="zh-TW" altLang="en-US" dirty="0"/>
          </a:p>
        </p:txBody>
      </p:sp>
      <p:sp>
        <p:nvSpPr>
          <p:cNvPr id="13" name="內容版面配置區 2">
            <a:extLst>
              <a:ext uri="{FF2B5EF4-FFF2-40B4-BE49-F238E27FC236}">
                <a16:creationId xmlns:a16="http://schemas.microsoft.com/office/drawing/2014/main" id="{23E25E7B-3590-712B-1DD4-F6D5F13F6591}"/>
              </a:ext>
            </a:extLst>
          </p:cNvPr>
          <p:cNvSpPr>
            <a:spLocks noGrp="1"/>
          </p:cNvSpPr>
          <p:nvPr>
            <p:ph idx="12"/>
          </p:nvPr>
        </p:nvSpPr>
        <p:spPr>
          <a:xfrm>
            <a:off x="1275313" y="8605839"/>
            <a:ext cx="15773398" cy="660399"/>
          </a:xfrm>
        </p:spPr>
        <p:txBody>
          <a:bodyPr/>
          <a:lstStyle/>
          <a:p>
            <a:pPr marL="0" indent="0">
              <a:buNone/>
            </a:pPr>
            <a:r>
              <a:rPr lang="zh-TW" altLang="en-US" sz="3200" b="1" dirty="0">
                <a:solidFill>
                  <a:srgbClr val="000000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Noto Sans T Chinese"/>
                <a:sym typeface="Noto Sans T Chinese"/>
              </a:rPr>
              <a:t>請用左鍵點兩下上圖，下載</a:t>
            </a:r>
            <a:r>
              <a:rPr lang="en-US" altLang="zh-TW" dirty="0">
                <a:solidFill>
                  <a:srgbClr val="000000"/>
                </a:solidFill>
                <a:cs typeface="Noto Sans T Chinese"/>
                <a:sym typeface="Noto Sans T Chinese"/>
              </a:rPr>
              <a:t> ht32f4939x5_board.c</a:t>
            </a:r>
            <a:r>
              <a:rPr lang="zh-TW" altLang="en-US" dirty="0">
                <a:solidFill>
                  <a:srgbClr val="000000"/>
                </a:solidFill>
                <a:cs typeface="Noto Sans T Chinese"/>
                <a:sym typeface="Noto Sans T Chinese"/>
              </a:rPr>
              <a:t>。</a:t>
            </a:r>
            <a:endParaRPr lang="en-US" altLang="zh-TW" sz="3200" b="1" dirty="0">
              <a:solidFill>
                <a:srgbClr val="000000"/>
              </a:solidFill>
              <a:latin typeface="Times New Roman" panose="02020603050405020304" pitchFamily="18" charset="0"/>
              <a:ea typeface="微軟正黑體" panose="020B0604030504040204" pitchFamily="34" charset="-120"/>
              <a:cs typeface="Noto Sans T Chinese"/>
              <a:sym typeface="Noto Sans T Chinese"/>
            </a:endParaRPr>
          </a:p>
          <a:p>
            <a:endParaRPr lang="zh-TW" altLang="en-US" dirty="0"/>
          </a:p>
        </p:txBody>
      </p:sp>
      <p:graphicFrame>
        <p:nvGraphicFramePr>
          <p:cNvPr id="21" name="物件 20">
            <a:extLst>
              <a:ext uri="{FF2B5EF4-FFF2-40B4-BE49-F238E27FC236}">
                <a16:creationId xmlns:a16="http://schemas.microsoft.com/office/drawing/2014/main" id="{0591C0FB-F2C4-2CC5-5D65-74BD28226BA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548777" y="3371056"/>
          <a:ext cx="9256094" cy="35448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封裝程式殼層物件" showAsIcon="1" r:id="rId2" imgW="1342971" imgH="514350" progId="Package">
                  <p:embed/>
                </p:oleObj>
              </mc:Choice>
              <mc:Fallback>
                <p:oleObj name="封裝程式殼層物件" showAsIcon="1" r:id="rId2" imgW="1342971" imgH="514350" progId="Package">
                  <p:embed/>
                  <p:pic>
                    <p:nvPicPr>
                      <p:cNvPr id="21" name="物件 20">
                        <a:extLst>
                          <a:ext uri="{FF2B5EF4-FFF2-40B4-BE49-F238E27FC236}">
                            <a16:creationId xmlns:a16="http://schemas.microsoft.com/office/drawing/2014/main" id="{0591C0FB-F2C4-2CC5-5D65-74BD28226BA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4548777" y="3371056"/>
                        <a:ext cx="9256094" cy="35448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09559424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494CA6-974E-C06D-C778-090117F2C9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696A1F6A-B72E-DD43-6EEF-E4428004575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133F845-E4A0-3649-90FB-D488CE304927}" type="slidenum">
              <a:rPr kumimoji="1" lang="zh-TW" altLang="en-US" smtClean="0"/>
              <a:pPr/>
              <a:t>26</a:t>
            </a:fld>
            <a:endParaRPr kumimoji="1" lang="zh-TW" altLang="en-US"/>
          </a:p>
        </p:txBody>
      </p:sp>
      <p:sp>
        <p:nvSpPr>
          <p:cNvPr id="11" name="標題 10">
            <a:extLst>
              <a:ext uri="{FF2B5EF4-FFF2-40B4-BE49-F238E27FC236}">
                <a16:creationId xmlns:a16="http://schemas.microsoft.com/office/drawing/2014/main" id="{7929C620-97CC-7EBA-C177-6034DAFFA1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TW" altLang="en-US" dirty="0"/>
              <a:t>修改</a:t>
            </a:r>
            <a:r>
              <a:rPr lang="en-US" altLang="zh-TW" dirty="0"/>
              <a:t> ht32f493x5_board</a:t>
            </a:r>
            <a:r>
              <a:rPr lang="zh-TW" altLang="en-US" dirty="0"/>
              <a:t> 檔案 </a:t>
            </a:r>
            <a:r>
              <a:rPr lang="en-US" altLang="zh-TW" dirty="0"/>
              <a:t>(3/5)</a:t>
            </a:r>
            <a:endParaRPr lang="zh-TW" altLang="en-US" dirty="0"/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C4ACAE07-4900-E570-C69A-88C75BBC66F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94459" y="2681689"/>
            <a:ext cx="13499081" cy="4923621"/>
          </a:xfrm>
          <a:prstGeom prst="rect">
            <a:avLst/>
          </a:prstGeom>
        </p:spPr>
      </p:pic>
      <p:sp>
        <p:nvSpPr>
          <p:cNvPr id="9" name="內容版面配置區 2">
            <a:extLst>
              <a:ext uri="{FF2B5EF4-FFF2-40B4-BE49-F238E27FC236}">
                <a16:creationId xmlns:a16="http://schemas.microsoft.com/office/drawing/2014/main" id="{A83E7B5E-6CBA-378C-20EF-27E7D48739D0}"/>
              </a:ext>
            </a:extLst>
          </p:cNvPr>
          <p:cNvSpPr>
            <a:spLocks noGrp="1"/>
          </p:cNvSpPr>
          <p:nvPr>
            <p:ph idx="12"/>
          </p:nvPr>
        </p:nvSpPr>
        <p:spPr>
          <a:xfrm>
            <a:off x="1275313" y="8605839"/>
            <a:ext cx="15773398" cy="660399"/>
          </a:xfrm>
        </p:spPr>
        <p:txBody>
          <a:bodyPr/>
          <a:lstStyle/>
          <a:p>
            <a:pPr indent="817200" algn="just"/>
            <a:r>
              <a:rPr lang="zh-TW" altLang="en-US" sz="3200" b="1" dirty="0">
                <a:solidFill>
                  <a:srgbClr val="000000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Noto Sans T Chinese"/>
                <a:sym typeface="Noto Sans T Chinese"/>
              </a:rPr>
              <a:t>在以下路徑</a:t>
            </a:r>
            <a:r>
              <a:rPr lang="zh-TW" altLang="en-US" dirty="0">
                <a:solidFill>
                  <a:srgbClr val="000000"/>
                </a:solidFill>
                <a:cs typeface="Noto Sans T Chinese"/>
                <a:sym typeface="Noto Sans T Chinese"/>
              </a:rPr>
              <a:t>貼上剛才下載的</a:t>
            </a:r>
            <a:r>
              <a:rPr lang="en-US" altLang="zh-TW" dirty="0">
                <a:solidFill>
                  <a:srgbClr val="000000"/>
                </a:solidFill>
                <a:cs typeface="Noto Sans T Chinese"/>
                <a:sym typeface="Noto Sans T Chinese"/>
              </a:rPr>
              <a:t>ht32f493x5_board.c</a:t>
            </a:r>
            <a:r>
              <a:rPr lang="zh-TW" altLang="en-US" dirty="0">
                <a:solidFill>
                  <a:srgbClr val="000000"/>
                </a:solidFill>
                <a:cs typeface="Noto Sans T Chinese"/>
                <a:sym typeface="Noto Sans T Chinese"/>
              </a:rPr>
              <a:t>，覆蓋掉原本的</a:t>
            </a:r>
            <a:r>
              <a:rPr lang="en-US" altLang="zh-TW" dirty="0">
                <a:solidFill>
                  <a:srgbClr val="000000"/>
                </a:solidFill>
                <a:cs typeface="Noto Sans T Chinese"/>
                <a:sym typeface="Noto Sans T Chinese"/>
              </a:rPr>
              <a:t>ht32f493x5_board.c</a:t>
            </a:r>
            <a:r>
              <a:rPr lang="en-US" altLang="zh-TW" sz="3200" b="1" dirty="0">
                <a:solidFill>
                  <a:srgbClr val="000000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Noto Sans T Chinese"/>
                <a:sym typeface="Noto Sans T Chinese"/>
              </a:rPr>
              <a:t> </a:t>
            </a:r>
            <a:r>
              <a:rPr lang="en-US" altLang="zh-TW" dirty="0">
                <a:solidFill>
                  <a:srgbClr val="000000"/>
                </a:solidFill>
                <a:cs typeface="Noto Sans T Chinese"/>
                <a:sym typeface="Noto Sans T Chinese"/>
              </a:rPr>
              <a:t>HT32F493x5_FWLib_V1.2.2_184\project\ht32f493x5_board</a:t>
            </a:r>
            <a:endParaRPr lang="zh-TW" altLang="en-US" dirty="0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15FADFC7-542A-5909-E072-6D6C1C502EA8}"/>
              </a:ext>
            </a:extLst>
          </p:cNvPr>
          <p:cNvSpPr/>
          <p:nvPr/>
        </p:nvSpPr>
        <p:spPr>
          <a:xfrm>
            <a:off x="2667000" y="5448300"/>
            <a:ext cx="2590800" cy="419100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cxnSp>
        <p:nvCxnSpPr>
          <p:cNvPr id="12" name="直線單箭頭接點 11">
            <a:extLst>
              <a:ext uri="{FF2B5EF4-FFF2-40B4-BE49-F238E27FC236}">
                <a16:creationId xmlns:a16="http://schemas.microsoft.com/office/drawing/2014/main" id="{561424F7-F1A9-A2F1-3BF6-D1A856EAAF96}"/>
              </a:ext>
            </a:extLst>
          </p:cNvPr>
          <p:cNvCxnSpPr>
            <a:cxnSpLocks/>
            <a:endCxn id="10" idx="3"/>
          </p:cNvCxnSpPr>
          <p:nvPr/>
        </p:nvCxnSpPr>
        <p:spPr>
          <a:xfrm flipH="1">
            <a:off x="5257800" y="5657850"/>
            <a:ext cx="1295400" cy="0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4279801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B2AF5A-8F26-D688-F73F-45B9EA6293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ABD3E361-C09C-380E-C0B6-47D681C5A67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133F845-E4A0-3649-90FB-D488CE304927}" type="slidenum">
              <a:rPr kumimoji="1" lang="zh-TW" altLang="en-US" smtClean="0"/>
              <a:pPr/>
              <a:t>27</a:t>
            </a:fld>
            <a:endParaRPr kumimoji="1" lang="zh-TW" altLang="en-US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7A0F92EF-1223-DCC8-2811-E109BF34E1F8}"/>
              </a:ext>
            </a:extLst>
          </p:cNvPr>
          <p:cNvSpPr>
            <a:spLocks noGrp="1"/>
          </p:cNvSpPr>
          <p:nvPr>
            <p:ph idx="12"/>
          </p:nvPr>
        </p:nvSpPr>
        <p:spPr/>
        <p:txBody>
          <a:bodyPr/>
          <a:lstStyle/>
          <a:p>
            <a:pPr marL="0" indent="0">
              <a:buNone/>
            </a:pPr>
            <a:r>
              <a:rPr lang="zh-TW" altLang="en-US" sz="3200" b="1" dirty="0">
                <a:solidFill>
                  <a:srgbClr val="000000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Noto Sans T Chinese"/>
                <a:sym typeface="Noto Sans T Chinese"/>
              </a:rPr>
              <a:t>請用左鍵點兩下上圖，下載</a:t>
            </a:r>
            <a:r>
              <a:rPr lang="en-US" altLang="zh-TW" dirty="0">
                <a:solidFill>
                  <a:srgbClr val="000000"/>
                </a:solidFill>
                <a:cs typeface="Noto Sans T Chinese"/>
                <a:sym typeface="Noto Sans T Chinese"/>
              </a:rPr>
              <a:t> ht32f4939x5_board.h</a:t>
            </a:r>
            <a:r>
              <a:rPr lang="zh-TW" altLang="en-US" dirty="0">
                <a:solidFill>
                  <a:srgbClr val="000000"/>
                </a:solidFill>
                <a:cs typeface="Noto Sans T Chinese"/>
                <a:sym typeface="Noto Sans T Chinese"/>
              </a:rPr>
              <a:t>。</a:t>
            </a:r>
            <a:endParaRPr lang="en-US" altLang="zh-TW" sz="3200" b="1" dirty="0">
              <a:solidFill>
                <a:srgbClr val="000000"/>
              </a:solidFill>
              <a:latin typeface="Times New Roman" panose="02020603050405020304" pitchFamily="18" charset="0"/>
              <a:ea typeface="微軟正黑體" panose="020B0604030504040204" pitchFamily="34" charset="-120"/>
              <a:cs typeface="Noto Sans T Chinese"/>
              <a:sym typeface="Noto Sans T Chinese"/>
            </a:endParaRPr>
          </a:p>
          <a:p>
            <a:endParaRPr lang="zh-TW" altLang="en-US" dirty="0"/>
          </a:p>
        </p:txBody>
      </p:sp>
      <p:sp>
        <p:nvSpPr>
          <p:cNvPr id="11" name="標題 10">
            <a:extLst>
              <a:ext uri="{FF2B5EF4-FFF2-40B4-BE49-F238E27FC236}">
                <a16:creationId xmlns:a16="http://schemas.microsoft.com/office/drawing/2014/main" id="{55E8C6E7-9E86-6794-2AE5-2E9C247E1C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TW" altLang="en-US" dirty="0"/>
              <a:t>修改</a:t>
            </a:r>
            <a:r>
              <a:rPr lang="en-US" altLang="zh-TW" dirty="0"/>
              <a:t> ht32f493x5_board</a:t>
            </a:r>
            <a:r>
              <a:rPr lang="zh-TW" altLang="en-US" dirty="0"/>
              <a:t> 檔案 </a:t>
            </a:r>
            <a:r>
              <a:rPr lang="en-US" altLang="zh-TW" dirty="0"/>
              <a:t>(4/5)</a:t>
            </a:r>
            <a:endParaRPr lang="zh-TW" altLang="en-US" dirty="0"/>
          </a:p>
        </p:txBody>
      </p:sp>
      <p:graphicFrame>
        <p:nvGraphicFramePr>
          <p:cNvPr id="14" name="物件 13">
            <a:extLst>
              <a:ext uri="{FF2B5EF4-FFF2-40B4-BE49-F238E27FC236}">
                <a16:creationId xmlns:a16="http://schemas.microsoft.com/office/drawing/2014/main" id="{CED96FA2-FE44-D117-58BE-02B3811D23C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483128" y="3371056"/>
          <a:ext cx="9321743" cy="35448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封裝程式殼層物件" showAsIcon="1" r:id="rId2" imgW="1352687" imgH="514350" progId="Package">
                  <p:embed/>
                </p:oleObj>
              </mc:Choice>
              <mc:Fallback>
                <p:oleObj name="封裝程式殼層物件" showAsIcon="1" r:id="rId2" imgW="1352687" imgH="514350" progId="Package">
                  <p:embed/>
                  <p:pic>
                    <p:nvPicPr>
                      <p:cNvPr id="14" name="物件 13">
                        <a:extLst>
                          <a:ext uri="{FF2B5EF4-FFF2-40B4-BE49-F238E27FC236}">
                            <a16:creationId xmlns:a16="http://schemas.microsoft.com/office/drawing/2014/main" id="{CED96FA2-FE44-D117-58BE-02B3811D23C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4483128" y="3371056"/>
                        <a:ext cx="9321743" cy="35448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64544939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244BE9-073A-D14B-1BD9-4DE690B07B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圖片 6">
            <a:extLst>
              <a:ext uri="{FF2B5EF4-FFF2-40B4-BE49-F238E27FC236}">
                <a16:creationId xmlns:a16="http://schemas.microsoft.com/office/drawing/2014/main" id="{872C29CE-FA60-D716-C3B3-31796CA0114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87697" y="2681689"/>
            <a:ext cx="13512604" cy="4923621"/>
          </a:xfrm>
          <a:prstGeom prst="rect">
            <a:avLst/>
          </a:prstGeom>
        </p:spPr>
      </p:pic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D95C1E02-DFA6-BEF2-2C3E-F5CAAFB802C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133F845-E4A0-3649-90FB-D488CE304927}" type="slidenum">
              <a:rPr kumimoji="1" lang="zh-TW" altLang="en-US" smtClean="0"/>
              <a:pPr/>
              <a:t>28</a:t>
            </a:fld>
            <a:endParaRPr kumimoji="1" lang="zh-TW" altLang="en-US"/>
          </a:p>
        </p:txBody>
      </p:sp>
      <p:sp>
        <p:nvSpPr>
          <p:cNvPr id="11" name="標題 10">
            <a:extLst>
              <a:ext uri="{FF2B5EF4-FFF2-40B4-BE49-F238E27FC236}">
                <a16:creationId xmlns:a16="http://schemas.microsoft.com/office/drawing/2014/main" id="{55A225E7-D9FA-9D6B-705A-DA82307639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TW" altLang="en-US" dirty="0"/>
              <a:t>修改</a:t>
            </a:r>
            <a:r>
              <a:rPr lang="en-US" altLang="zh-TW" dirty="0"/>
              <a:t> ht32f493x5_board</a:t>
            </a:r>
            <a:r>
              <a:rPr lang="zh-TW" altLang="en-US" dirty="0"/>
              <a:t> 檔案 </a:t>
            </a:r>
            <a:r>
              <a:rPr lang="en-US" altLang="zh-TW" dirty="0"/>
              <a:t>(5/5)</a:t>
            </a:r>
            <a:endParaRPr lang="zh-TW" altLang="en-US" dirty="0"/>
          </a:p>
        </p:txBody>
      </p:sp>
      <p:sp>
        <p:nvSpPr>
          <p:cNvPr id="9" name="內容版面配置區 2">
            <a:extLst>
              <a:ext uri="{FF2B5EF4-FFF2-40B4-BE49-F238E27FC236}">
                <a16:creationId xmlns:a16="http://schemas.microsoft.com/office/drawing/2014/main" id="{585C4526-EBED-FD03-92DE-639EB37231EC}"/>
              </a:ext>
            </a:extLst>
          </p:cNvPr>
          <p:cNvSpPr>
            <a:spLocks noGrp="1"/>
          </p:cNvSpPr>
          <p:nvPr>
            <p:ph idx="12"/>
          </p:nvPr>
        </p:nvSpPr>
        <p:spPr>
          <a:xfrm>
            <a:off x="1275313" y="8605839"/>
            <a:ext cx="15773398" cy="660399"/>
          </a:xfrm>
        </p:spPr>
        <p:txBody>
          <a:bodyPr/>
          <a:lstStyle/>
          <a:p>
            <a:pPr indent="817200" algn="just"/>
            <a:r>
              <a:rPr lang="zh-TW" altLang="en-US" sz="3200" b="1" dirty="0">
                <a:solidFill>
                  <a:srgbClr val="000000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Noto Sans T Chinese"/>
                <a:sym typeface="Noto Sans T Chinese"/>
              </a:rPr>
              <a:t>在以下路徑</a:t>
            </a:r>
            <a:r>
              <a:rPr lang="zh-TW" altLang="en-US" dirty="0">
                <a:solidFill>
                  <a:srgbClr val="000000"/>
                </a:solidFill>
                <a:cs typeface="Noto Sans T Chinese"/>
                <a:sym typeface="Noto Sans T Chinese"/>
              </a:rPr>
              <a:t>貼上剛才下載的</a:t>
            </a:r>
            <a:r>
              <a:rPr lang="en-US" altLang="zh-TW" dirty="0">
                <a:solidFill>
                  <a:srgbClr val="000000"/>
                </a:solidFill>
                <a:cs typeface="Noto Sans T Chinese"/>
                <a:sym typeface="Noto Sans T Chinese"/>
              </a:rPr>
              <a:t>ht32f493x5_board.h</a:t>
            </a:r>
            <a:r>
              <a:rPr lang="zh-TW" altLang="en-US" dirty="0">
                <a:solidFill>
                  <a:srgbClr val="000000"/>
                </a:solidFill>
                <a:cs typeface="Noto Sans T Chinese"/>
                <a:sym typeface="Noto Sans T Chinese"/>
              </a:rPr>
              <a:t>，覆蓋掉原本的</a:t>
            </a:r>
            <a:r>
              <a:rPr lang="en-US" altLang="zh-TW" dirty="0">
                <a:solidFill>
                  <a:srgbClr val="000000"/>
                </a:solidFill>
                <a:cs typeface="Noto Sans T Chinese"/>
                <a:sym typeface="Noto Sans T Chinese"/>
              </a:rPr>
              <a:t>ht32f493x5_board.h</a:t>
            </a:r>
            <a:r>
              <a:rPr lang="en-US" altLang="zh-TW" sz="3200" b="1" dirty="0">
                <a:solidFill>
                  <a:srgbClr val="000000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Noto Sans T Chinese"/>
                <a:sym typeface="Noto Sans T Chinese"/>
              </a:rPr>
              <a:t> </a:t>
            </a:r>
            <a:r>
              <a:rPr lang="en-US" altLang="zh-TW" dirty="0">
                <a:solidFill>
                  <a:srgbClr val="000000"/>
                </a:solidFill>
                <a:cs typeface="Noto Sans T Chinese"/>
                <a:sym typeface="Noto Sans T Chinese"/>
              </a:rPr>
              <a:t>HT32F493x5_FWLib_V1.2.2_184\project\ht32f493x5_board</a:t>
            </a:r>
            <a:endParaRPr lang="zh-TW" altLang="en-US" dirty="0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F8C0DDD4-187A-59FA-F42C-77C4948CEF79}"/>
              </a:ext>
            </a:extLst>
          </p:cNvPr>
          <p:cNvSpPr/>
          <p:nvPr/>
        </p:nvSpPr>
        <p:spPr>
          <a:xfrm>
            <a:off x="2667000" y="5905500"/>
            <a:ext cx="2590800" cy="419100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cxnSp>
        <p:nvCxnSpPr>
          <p:cNvPr id="10" name="直線單箭頭接點 9">
            <a:extLst>
              <a:ext uri="{FF2B5EF4-FFF2-40B4-BE49-F238E27FC236}">
                <a16:creationId xmlns:a16="http://schemas.microsoft.com/office/drawing/2014/main" id="{C7526A00-1C03-9953-0BCA-4C3977191BBF}"/>
              </a:ext>
            </a:extLst>
          </p:cNvPr>
          <p:cNvCxnSpPr>
            <a:cxnSpLocks/>
            <a:endCxn id="8" idx="3"/>
          </p:cNvCxnSpPr>
          <p:nvPr/>
        </p:nvCxnSpPr>
        <p:spPr>
          <a:xfrm flipH="1">
            <a:off x="5257800" y="6115050"/>
            <a:ext cx="1295400" cy="0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3626232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標題 4">
            <a:extLst>
              <a:ext uri="{FF2B5EF4-FFF2-40B4-BE49-F238E27FC236}">
                <a16:creationId xmlns:a16="http://schemas.microsoft.com/office/drawing/2014/main" id="{BA9B2A64-73AB-9ACF-4CA6-AE069D89C2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marL="0" lvl="0" indent="0">
              <a:lnSpc>
                <a:spcPts val="7699"/>
              </a:lnSpc>
            </a:pPr>
            <a:r>
              <a:rPr lang="zh-TW" altLang="en-US" dirty="0"/>
              <a:t>編譯 </a:t>
            </a:r>
            <a:r>
              <a:rPr lang="en-US" altLang="zh-TW" dirty="0"/>
              <a:t>HT32F49395 </a:t>
            </a:r>
            <a:r>
              <a:rPr lang="zh-TW" altLang="en-US" dirty="0"/>
              <a:t>範例檔</a:t>
            </a:r>
          </a:p>
        </p:txBody>
      </p:sp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B117C501-AA57-59E5-7B7D-9534EC0477B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133F845-E4A0-3649-90FB-D488CE304927}" type="slidenum">
              <a:rPr kumimoji="1" lang="zh-TW" altLang="en-US" smtClean="0"/>
              <a:pPr/>
              <a:t>29</a:t>
            </a:fld>
            <a:endParaRPr kumimoji="1" lang="zh-TW" altLang="en-US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929A35F9-7412-08E3-CDDB-49251B00074B}"/>
              </a:ext>
            </a:extLst>
          </p:cNvPr>
          <p:cNvSpPr>
            <a:spLocks noGrp="1"/>
          </p:cNvSpPr>
          <p:nvPr>
            <p:ph idx="12"/>
          </p:nvPr>
        </p:nvSpPr>
        <p:spPr/>
        <p:txBody>
          <a:bodyPr/>
          <a:lstStyle/>
          <a:p>
            <a:pPr marL="0" indent="817200" algn="just">
              <a:buNone/>
            </a:pPr>
            <a:r>
              <a:rPr lang="zh-TW" altLang="en-US" dirty="0"/>
              <a:t>點擊          </a:t>
            </a:r>
            <a:r>
              <a:rPr lang="en-US" altLang="zh-TW" dirty="0"/>
              <a:t>【</a:t>
            </a:r>
            <a:r>
              <a:rPr lang="en-US" altLang="zh-TW" dirty="0" err="1"/>
              <a:t>Rebulid</a:t>
            </a:r>
            <a:r>
              <a:rPr lang="en-US" altLang="zh-TW" dirty="0"/>
              <a:t>】</a:t>
            </a:r>
            <a:r>
              <a:rPr lang="zh-TW" altLang="en-US" dirty="0"/>
              <a:t>，成功的話會出現如上圖所示編譯資訊圖的訊息，</a:t>
            </a:r>
            <a:endParaRPr lang="en-US" altLang="zh-TW" dirty="0"/>
          </a:p>
          <a:p>
            <a:pPr marL="0" indent="0" algn="just">
              <a:buNone/>
            </a:pPr>
            <a:r>
              <a:rPr lang="zh-TW" altLang="en-US" dirty="0"/>
              <a:t>如果</a:t>
            </a:r>
            <a:r>
              <a:rPr lang="zh-TW" altLang="en-US" dirty="0">
                <a:solidFill>
                  <a:srgbClr val="FF0000"/>
                </a:solidFill>
              </a:rPr>
              <a:t>不是 </a:t>
            </a:r>
            <a:r>
              <a:rPr lang="en-US" altLang="zh-TW" dirty="0">
                <a:solidFill>
                  <a:srgbClr val="FF0000"/>
                </a:solidFill>
              </a:rPr>
              <a:t>0 Error(s)</a:t>
            </a:r>
            <a:r>
              <a:rPr lang="zh-TW" altLang="en-US" dirty="0"/>
              <a:t>，請重新檢查安裝步驟。</a:t>
            </a:r>
          </a:p>
          <a:p>
            <a:pPr algn="just"/>
            <a:endParaRPr lang="zh-TW" altLang="en-US" dirty="0"/>
          </a:p>
        </p:txBody>
      </p:sp>
      <p:pic>
        <p:nvPicPr>
          <p:cNvPr id="10" name="圖片 9">
            <a:extLst>
              <a:ext uri="{FF2B5EF4-FFF2-40B4-BE49-F238E27FC236}">
                <a16:creationId xmlns:a16="http://schemas.microsoft.com/office/drawing/2014/main" id="{D805EFE9-8B70-1822-0C80-460911F9172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0" y="8354910"/>
            <a:ext cx="762000" cy="742758"/>
          </a:xfrm>
          <a:prstGeom prst="rect">
            <a:avLst/>
          </a:prstGeom>
        </p:spPr>
      </p:pic>
      <p:pic>
        <p:nvPicPr>
          <p:cNvPr id="8" name="圖片 7">
            <a:extLst>
              <a:ext uri="{FF2B5EF4-FFF2-40B4-BE49-F238E27FC236}">
                <a16:creationId xmlns:a16="http://schemas.microsoft.com/office/drawing/2014/main" id="{A7571876-D2B4-9006-E0B2-B4C96B19C58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07662" y="2412108"/>
            <a:ext cx="12672674" cy="54627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4614248"/>
      </p:ext>
    </p:extLst>
  </p:cSld>
  <p:clrMapOvr>
    <a:masterClrMapping/>
  </p:clrMapOvr>
</p:sld>
</file>

<file path=ppt/theme/theme1.xml><?xml version="1.0" encoding="utf-8"?>
<a:theme xmlns:a="http://schemas.openxmlformats.org/drawingml/2006/main" name="3_自訂設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自訂設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2_自訂設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自訂設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18995</TotalTime>
  <Words>905</Words>
  <Application>Microsoft Office PowerPoint</Application>
  <PresentationFormat>自訂</PresentationFormat>
  <Paragraphs>101</Paragraphs>
  <Slides>29</Slides>
  <Notes>0</Notes>
  <HiddenSlides>0</HiddenSlides>
  <MMClips>0</MMClips>
  <ScaleCrop>false</ScaleCrop>
  <HeadingPairs>
    <vt:vector size="8" baseType="variant">
      <vt:variant>
        <vt:lpstr>使用字型</vt:lpstr>
      </vt:variant>
      <vt:variant>
        <vt:i4>7</vt:i4>
      </vt:variant>
      <vt:variant>
        <vt:lpstr>佈景主題</vt:lpstr>
      </vt:variant>
      <vt:variant>
        <vt:i4>4</vt:i4>
      </vt:variant>
      <vt:variant>
        <vt:lpstr>內嵌 OLE 伺服程式</vt:lpstr>
      </vt:variant>
      <vt:variant>
        <vt:i4>1</vt:i4>
      </vt:variant>
      <vt:variant>
        <vt:lpstr>投影片標題</vt:lpstr>
      </vt:variant>
      <vt:variant>
        <vt:i4>29</vt:i4>
      </vt:variant>
    </vt:vector>
  </HeadingPairs>
  <TitlesOfParts>
    <vt:vector size="41" baseType="lpstr">
      <vt:lpstr>Times New Roman</vt:lpstr>
      <vt:lpstr>Arial</vt:lpstr>
      <vt:lpstr>Noto Sans T Chinese Bold</vt:lpstr>
      <vt:lpstr>Wingdings</vt:lpstr>
      <vt:lpstr>微軟正黑體</vt:lpstr>
      <vt:lpstr>Calibri</vt:lpstr>
      <vt:lpstr>Noto Sans T Chinese</vt:lpstr>
      <vt:lpstr>3_自訂設計</vt:lpstr>
      <vt:lpstr>1_自訂設計</vt:lpstr>
      <vt:lpstr>2_自訂設計</vt:lpstr>
      <vt:lpstr>自訂設計</vt:lpstr>
      <vt:lpstr>封裝程式殼層物件</vt:lpstr>
      <vt:lpstr>第X章            智慧球拍</vt:lpstr>
      <vt:lpstr>章節介紹</vt:lpstr>
      <vt:lpstr>實作核心流程</vt:lpstr>
      <vt:lpstr>PowerPoint 簡報</vt:lpstr>
      <vt:lpstr>Edge Impulse 事前準備-1/2</vt:lpstr>
      <vt:lpstr>Edge Impulse 事前準備-2/2</vt:lpstr>
      <vt:lpstr>Python 事前準備</vt:lpstr>
      <vt:lpstr>Keil 安裝 (1/4)</vt:lpstr>
      <vt:lpstr>Keil 安裝 (2/4)</vt:lpstr>
      <vt:lpstr>Keil 安裝 (3/4)</vt:lpstr>
      <vt:lpstr>Keil 安裝 (4/4)</vt:lpstr>
      <vt:lpstr>PowerPoint 簡報</vt:lpstr>
      <vt:lpstr>PowerPoint 簡報</vt:lpstr>
      <vt:lpstr>程式碼介紹</vt:lpstr>
      <vt:lpstr>下載 HT32F49395 範例檔</vt:lpstr>
      <vt:lpstr>開啟 HT32F49395 範例檔 (1/3)</vt:lpstr>
      <vt:lpstr>開啟 HT32F49395 範例檔 (2/3)</vt:lpstr>
      <vt:lpstr>開啟 HT32F49395 範例檔 (3/3)</vt:lpstr>
      <vt:lpstr>新增 HT32F49395 Pack (1/2) </vt:lpstr>
      <vt:lpstr>新增 HT32F49395 Pack (1/2) (續)</vt:lpstr>
      <vt:lpstr>新增 HT32F49395 Pack (1/2) (續)</vt:lpstr>
      <vt:lpstr>新增 HT32F49395 Pack (2/2)</vt:lpstr>
      <vt:lpstr>修改 Keil 編譯器版本</vt:lpstr>
      <vt:lpstr>修改 ht32f493x5_board 檔案 (1/5)</vt:lpstr>
      <vt:lpstr>修改 ht32f493x5_board 檔案 (2/5)</vt:lpstr>
      <vt:lpstr>修改 ht32f493x5_board 檔案 (3/5)</vt:lpstr>
      <vt:lpstr>修改 ht32f493x5_board 檔案 (4/5)</vt:lpstr>
      <vt:lpstr>修改 ht32f493x5_board 檔案 (5/5)</vt:lpstr>
      <vt:lpstr>編譯 HT32F49395 範例檔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盛群BMduino公版PPT</dc:title>
  <dc:creator>Mthrew</dc:creator>
  <cp:lastModifiedBy>俊彥 吳</cp:lastModifiedBy>
  <cp:revision>178</cp:revision>
  <dcterms:created xsi:type="dcterms:W3CDTF">2006-08-16T00:00:00Z</dcterms:created>
  <dcterms:modified xsi:type="dcterms:W3CDTF">2026-09-09T09:25:11Z</dcterms:modified>
  <dc:identifier>DAGJx7JasHY</dc:identifier>
</cp:coreProperties>
</file>